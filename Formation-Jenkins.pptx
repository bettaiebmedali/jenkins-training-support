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rts/chart1.xml" ContentType="application/vnd.openxmlformats-officedocument.drawingml.chart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16"/>
  </p:notesMasterIdLst>
  <p:sldIdLst>
    <p:sldId id="256" r:id="rId2"/>
    <p:sldId id="257" r:id="rId3"/>
    <p:sldId id="299" r:id="rId4"/>
    <p:sldId id="277" r:id="rId5"/>
    <p:sldId id="279" r:id="rId6"/>
    <p:sldId id="398" r:id="rId7"/>
    <p:sldId id="281" r:id="rId8"/>
    <p:sldId id="258" r:id="rId9"/>
    <p:sldId id="282" r:id="rId10"/>
    <p:sldId id="286" r:id="rId11"/>
    <p:sldId id="287" r:id="rId12"/>
    <p:sldId id="288" r:id="rId13"/>
    <p:sldId id="289" r:id="rId14"/>
    <p:sldId id="291" r:id="rId15"/>
    <p:sldId id="261" r:id="rId16"/>
    <p:sldId id="292" r:id="rId17"/>
    <p:sldId id="293" r:id="rId18"/>
    <p:sldId id="294" r:id="rId19"/>
    <p:sldId id="295" r:id="rId20"/>
    <p:sldId id="265" r:id="rId21"/>
    <p:sldId id="296" r:id="rId22"/>
    <p:sldId id="297" r:id="rId23"/>
    <p:sldId id="404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88" r:id="rId38"/>
    <p:sldId id="267" r:id="rId39"/>
    <p:sldId id="320" r:id="rId40"/>
    <p:sldId id="321" r:id="rId41"/>
    <p:sldId id="322" r:id="rId42"/>
    <p:sldId id="326" r:id="rId43"/>
    <p:sldId id="327" r:id="rId44"/>
    <p:sldId id="330" r:id="rId45"/>
    <p:sldId id="331" r:id="rId46"/>
    <p:sldId id="332" r:id="rId47"/>
    <p:sldId id="272" r:id="rId48"/>
    <p:sldId id="389" r:id="rId49"/>
    <p:sldId id="339" r:id="rId50"/>
    <p:sldId id="271" r:id="rId51"/>
    <p:sldId id="270" r:id="rId52"/>
    <p:sldId id="334" r:id="rId53"/>
    <p:sldId id="335" r:id="rId54"/>
    <p:sldId id="336" r:id="rId55"/>
    <p:sldId id="337" r:id="rId56"/>
    <p:sldId id="390" r:id="rId57"/>
    <p:sldId id="340" r:id="rId58"/>
    <p:sldId id="341" r:id="rId59"/>
    <p:sldId id="342" r:id="rId60"/>
    <p:sldId id="343" r:id="rId61"/>
    <p:sldId id="344" r:id="rId62"/>
    <p:sldId id="345" r:id="rId63"/>
    <p:sldId id="274" r:id="rId64"/>
    <p:sldId id="391" r:id="rId65"/>
    <p:sldId id="329" r:id="rId66"/>
    <p:sldId id="346" r:id="rId67"/>
    <p:sldId id="269" r:id="rId68"/>
    <p:sldId id="347" r:id="rId69"/>
    <p:sldId id="348" r:id="rId70"/>
    <p:sldId id="350" r:id="rId71"/>
    <p:sldId id="351" r:id="rId72"/>
    <p:sldId id="352" r:id="rId73"/>
    <p:sldId id="353" r:id="rId74"/>
    <p:sldId id="392" r:id="rId75"/>
    <p:sldId id="355" r:id="rId76"/>
    <p:sldId id="356" r:id="rId77"/>
    <p:sldId id="263" r:id="rId78"/>
    <p:sldId id="357" r:id="rId79"/>
    <p:sldId id="358" r:id="rId80"/>
    <p:sldId id="359" r:id="rId81"/>
    <p:sldId id="360" r:id="rId82"/>
    <p:sldId id="361" r:id="rId83"/>
    <p:sldId id="362" r:id="rId84"/>
    <p:sldId id="363" r:id="rId85"/>
    <p:sldId id="364" r:id="rId86"/>
    <p:sldId id="393" r:id="rId87"/>
    <p:sldId id="366" r:id="rId88"/>
    <p:sldId id="367" r:id="rId89"/>
    <p:sldId id="368" r:id="rId90"/>
    <p:sldId id="369" r:id="rId91"/>
    <p:sldId id="370" r:id="rId92"/>
    <p:sldId id="371" r:id="rId93"/>
    <p:sldId id="372" r:id="rId94"/>
    <p:sldId id="373" r:id="rId95"/>
    <p:sldId id="374" r:id="rId96"/>
    <p:sldId id="375" r:id="rId97"/>
    <p:sldId id="405" r:id="rId98"/>
    <p:sldId id="376" r:id="rId99"/>
    <p:sldId id="379" r:id="rId100"/>
    <p:sldId id="380" r:id="rId101"/>
    <p:sldId id="381" r:id="rId102"/>
    <p:sldId id="382" r:id="rId103"/>
    <p:sldId id="383" r:id="rId104"/>
    <p:sldId id="384" r:id="rId105"/>
    <p:sldId id="385" r:id="rId106"/>
    <p:sldId id="273" r:id="rId107"/>
    <p:sldId id="395" r:id="rId108"/>
    <p:sldId id="387" r:id="rId109"/>
    <p:sldId id="400" r:id="rId110"/>
    <p:sldId id="401" r:id="rId111"/>
    <p:sldId id="402" r:id="rId112"/>
    <p:sldId id="403" r:id="rId113"/>
    <p:sldId id="406" r:id="rId114"/>
    <p:sldId id="275" r:id="rId1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  <a:srgbClr val="9D9D9C"/>
    <a:srgbClr val="000000"/>
    <a:srgbClr val="A885D8"/>
    <a:srgbClr val="FFD2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2FD6A-627A-4EC5-B59C-922B66A24C3B}" v="9" dt="2026-09-17T09:54:58.703"/>
    <p1510:client id="{56BBA2AC-D4D5-420B-AF8E-293C3E0081F0}" v="1" dt="2026-09-17T09:32:50.4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5775" autoAdjust="0"/>
  </p:normalViewPr>
  <p:slideViewPr>
    <p:cSldViewPr showGuides="1">
      <p:cViewPr varScale="1">
        <p:scale>
          <a:sx n="104" d="100"/>
          <a:sy n="104" d="100"/>
        </p:scale>
        <p:origin x="250" y="72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microsoft.com/office/2016/11/relationships/changesInfo" Target="changesInfos/changesInfo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TAIEB Mohamed Ali SOFRECOM" userId="abae69bc-3c7d-4973-a8b9-62306f323e57" providerId="ADAL" clId="{0400EE7F-8817-4700-866B-97DDC7608F9A}"/>
    <pc:docChg chg="modSld">
      <pc:chgData name="BETTAIEB Mohamed Ali SOFRECOM" userId="abae69bc-3c7d-4973-a8b9-62306f323e57" providerId="ADAL" clId="{0400EE7F-8817-4700-866B-97DDC7608F9A}" dt="2026-09-17T09:32:56.725" v="10" actId="20577"/>
      <pc:docMkLst>
        <pc:docMk/>
      </pc:docMkLst>
      <pc:sldChg chg="modSp mod">
        <pc:chgData name="BETTAIEB Mohamed Ali SOFRECOM" userId="abae69bc-3c7d-4973-a8b9-62306f323e57" providerId="ADAL" clId="{0400EE7F-8817-4700-866B-97DDC7608F9A}" dt="2026-09-17T09:32:56.725" v="10" actId="20577"/>
        <pc:sldMkLst>
          <pc:docMk/>
          <pc:sldMk cId="0" sldId="256"/>
        </pc:sldMkLst>
        <pc:spChg chg="mod">
          <ac:chgData name="BETTAIEB Mohamed Ali SOFRECOM" userId="abae69bc-3c7d-4973-a8b9-62306f323e57" providerId="ADAL" clId="{0400EE7F-8817-4700-866B-97DDC7608F9A}" dt="2026-09-17T09:32:33.293" v="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BETTAIEB Mohamed Ali SOFRECOM" userId="abae69bc-3c7d-4973-a8b9-62306f323e57" providerId="ADAL" clId="{0400EE7F-8817-4700-866B-97DDC7608F9A}" dt="2026-09-17T09:32:56.725" v="10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fr-FR"/>
              <a:t>Nombre de tests automatisés par type (tests)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Nombre de tests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Unitaires</c:v>
                </c:pt>
                <c:pt idx="1">
                  <c:v>Intégration</c:v>
                </c:pt>
                <c:pt idx="2">
                  <c:v>Acceptance</c:v>
                </c:pt>
                <c:pt idx="3">
                  <c:v>Performance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60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A2-4D96-8ADB-4E15218291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9050"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99999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9525"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  <a:endParaRPr lang="fr-FR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1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Relationship Id="rId5" Type="http://schemas.openxmlformats.org/officeDocument/2006/relationships/image" Target="../media/image36.sv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1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image" Target="../media/image33.svg"/><Relationship Id="rId5" Type="http://schemas.openxmlformats.org/officeDocument/2006/relationships/image" Target="../media/image36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BF19B8-0149-44A4-B9B6-719B92F497C3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80A9ACB-C49D-4538-9001-F2CCF6122975}">
      <dgm:prSet/>
      <dgm:spPr/>
      <dgm:t>
        <a:bodyPr/>
        <a:lstStyle/>
        <a:p>
          <a:r>
            <a:rPr lang="fr-FR" baseline="0" dirty="0"/>
            <a:t>- Automatiser la construction, le test et le déploiement</a:t>
          </a:r>
          <a:endParaRPr lang="en-US" dirty="0"/>
        </a:p>
      </dgm:t>
    </dgm:pt>
    <dgm:pt modelId="{8A6DC79E-0F12-48C2-B781-79DE3191D22E}" type="parTrans" cxnId="{4DE16B0F-AE15-4961-AA09-A2E20E50FF0E}">
      <dgm:prSet/>
      <dgm:spPr/>
      <dgm:t>
        <a:bodyPr/>
        <a:lstStyle/>
        <a:p>
          <a:endParaRPr lang="en-US"/>
        </a:p>
      </dgm:t>
    </dgm:pt>
    <dgm:pt modelId="{704DE9C2-C4E2-4528-A580-1FE4AF0D9B43}" type="sibTrans" cxnId="{4DE16B0F-AE15-4961-AA09-A2E20E50FF0E}">
      <dgm:prSet/>
      <dgm:spPr/>
      <dgm:t>
        <a:bodyPr/>
        <a:lstStyle/>
        <a:p>
          <a:endParaRPr lang="en-US"/>
        </a:p>
      </dgm:t>
    </dgm:pt>
    <dgm:pt modelId="{B66BC1B5-448B-4836-9F0A-3049EF6ED121}">
      <dgm:prSet/>
      <dgm:spPr/>
      <dgm:t>
        <a:bodyPr/>
        <a:lstStyle/>
        <a:p>
          <a:r>
            <a:rPr lang="fr-FR" baseline="0"/>
            <a:t>- Standardiser les workflows CI/CD</a:t>
          </a:r>
          <a:endParaRPr lang="en-US"/>
        </a:p>
      </dgm:t>
    </dgm:pt>
    <dgm:pt modelId="{77F0CA13-EBC8-4D83-961F-9CF594B62BEB}" type="parTrans" cxnId="{76617420-3193-40B1-BD54-B83DED735F64}">
      <dgm:prSet/>
      <dgm:spPr/>
      <dgm:t>
        <a:bodyPr/>
        <a:lstStyle/>
        <a:p>
          <a:endParaRPr lang="en-US"/>
        </a:p>
      </dgm:t>
    </dgm:pt>
    <dgm:pt modelId="{8DCCFE4E-7A2B-47E9-94C6-62695ED6F299}" type="sibTrans" cxnId="{76617420-3193-40B1-BD54-B83DED735F64}">
      <dgm:prSet/>
      <dgm:spPr/>
      <dgm:t>
        <a:bodyPr/>
        <a:lstStyle/>
        <a:p>
          <a:endParaRPr lang="en-US"/>
        </a:p>
      </dgm:t>
    </dgm:pt>
    <dgm:pt modelId="{ADB00239-9DF9-44E7-BA4B-DA72DF4ECD28}">
      <dgm:prSet/>
      <dgm:spPr/>
      <dgm:t>
        <a:bodyPr/>
        <a:lstStyle/>
        <a:p>
          <a:r>
            <a:rPr lang="fr-FR" baseline="0"/>
            <a:t>- Assurer reproductibilité et traçabilité</a:t>
          </a:r>
          <a:endParaRPr lang="en-US"/>
        </a:p>
      </dgm:t>
    </dgm:pt>
    <dgm:pt modelId="{E97AD310-8407-4DC9-BD87-01CEE99EDA3E}" type="parTrans" cxnId="{2BA49E52-A0BD-4E25-9E99-2AE87B937758}">
      <dgm:prSet/>
      <dgm:spPr/>
      <dgm:t>
        <a:bodyPr/>
        <a:lstStyle/>
        <a:p>
          <a:endParaRPr lang="en-US"/>
        </a:p>
      </dgm:t>
    </dgm:pt>
    <dgm:pt modelId="{482B6995-4C33-41C1-BF77-E2E1A0E8B871}" type="sibTrans" cxnId="{2BA49E52-A0BD-4E25-9E99-2AE87B937758}">
      <dgm:prSet/>
      <dgm:spPr/>
      <dgm:t>
        <a:bodyPr/>
        <a:lstStyle/>
        <a:p>
          <a:endParaRPr lang="en-US"/>
        </a:p>
      </dgm:t>
    </dgm:pt>
    <dgm:pt modelId="{08402E55-EA72-4D8E-B2ED-C8909C09CB99}">
      <dgm:prSet/>
      <dgm:spPr/>
      <dgm:t>
        <a:bodyPr/>
        <a:lstStyle/>
        <a:p>
          <a:r>
            <a:rPr lang="fr-FR" baseline="0"/>
            <a:t>- Réduire les erreurs humaines</a:t>
          </a:r>
          <a:endParaRPr lang="en-US"/>
        </a:p>
      </dgm:t>
    </dgm:pt>
    <dgm:pt modelId="{1BB93CC8-9715-4AAB-A76C-8C1631CD3244}" type="parTrans" cxnId="{208F79EC-DBD9-4084-A162-338BC0C18A45}">
      <dgm:prSet/>
      <dgm:spPr/>
      <dgm:t>
        <a:bodyPr/>
        <a:lstStyle/>
        <a:p>
          <a:endParaRPr lang="en-US"/>
        </a:p>
      </dgm:t>
    </dgm:pt>
    <dgm:pt modelId="{0434B1EA-F14E-4056-9B22-D9BB8B4AA062}" type="sibTrans" cxnId="{208F79EC-DBD9-4084-A162-338BC0C18A45}">
      <dgm:prSet/>
      <dgm:spPr/>
      <dgm:t>
        <a:bodyPr/>
        <a:lstStyle/>
        <a:p>
          <a:endParaRPr lang="en-US"/>
        </a:p>
      </dgm:t>
    </dgm:pt>
    <dgm:pt modelId="{EEA0D1A9-B027-4AC1-98F5-1F98F766B55C}">
      <dgm:prSet/>
      <dgm:spPr/>
      <dgm:t>
        <a:bodyPr/>
        <a:lstStyle/>
        <a:p>
          <a:r>
            <a:rPr lang="fr-FR" baseline="0"/>
            <a:t>- Faciliter le travail collaboratif dans les équipes DevOps</a:t>
          </a:r>
          <a:r>
            <a:rPr lang="en-ZA" baseline="0"/>
            <a:t>s pipelines Jenkins ?</a:t>
          </a:r>
          <a:endParaRPr lang="en-US"/>
        </a:p>
      </dgm:t>
    </dgm:pt>
    <dgm:pt modelId="{BB655FCB-587B-45C4-91EC-5E66A2CFA472}" type="parTrans" cxnId="{9AC5BE28-401B-4AA1-867B-78515EBA8451}">
      <dgm:prSet/>
      <dgm:spPr/>
      <dgm:t>
        <a:bodyPr/>
        <a:lstStyle/>
        <a:p>
          <a:endParaRPr lang="en-US"/>
        </a:p>
      </dgm:t>
    </dgm:pt>
    <dgm:pt modelId="{E36AE512-4894-4729-877C-89C00D5B7080}" type="sibTrans" cxnId="{9AC5BE28-401B-4AA1-867B-78515EBA8451}">
      <dgm:prSet/>
      <dgm:spPr/>
      <dgm:t>
        <a:bodyPr/>
        <a:lstStyle/>
        <a:p>
          <a:endParaRPr lang="en-US"/>
        </a:p>
      </dgm:t>
    </dgm:pt>
    <dgm:pt modelId="{F27D8002-2CFE-41E2-B8A5-823DB50B14B9}" type="pres">
      <dgm:prSet presAssocID="{D1BF19B8-0149-44A4-B9B6-719B92F497C3}" presName="diagram" presStyleCnt="0">
        <dgm:presLayoutVars>
          <dgm:dir/>
          <dgm:resizeHandles val="exact"/>
        </dgm:presLayoutVars>
      </dgm:prSet>
      <dgm:spPr/>
    </dgm:pt>
    <dgm:pt modelId="{9CDE5979-37FB-44CF-8AD0-4B61D60621A4}" type="pres">
      <dgm:prSet presAssocID="{880A9ACB-C49D-4538-9001-F2CCF6122975}" presName="node" presStyleLbl="node1" presStyleIdx="0" presStyleCnt="5">
        <dgm:presLayoutVars>
          <dgm:bulletEnabled val="1"/>
        </dgm:presLayoutVars>
      </dgm:prSet>
      <dgm:spPr/>
    </dgm:pt>
    <dgm:pt modelId="{879D7ABA-62EF-4EBA-8AC0-DE62E0898CED}" type="pres">
      <dgm:prSet presAssocID="{704DE9C2-C4E2-4528-A580-1FE4AF0D9B43}" presName="sibTrans" presStyleCnt="0"/>
      <dgm:spPr/>
    </dgm:pt>
    <dgm:pt modelId="{A666B15F-CCCE-412C-AD32-6F958AB48908}" type="pres">
      <dgm:prSet presAssocID="{B66BC1B5-448B-4836-9F0A-3049EF6ED121}" presName="node" presStyleLbl="node1" presStyleIdx="1" presStyleCnt="5">
        <dgm:presLayoutVars>
          <dgm:bulletEnabled val="1"/>
        </dgm:presLayoutVars>
      </dgm:prSet>
      <dgm:spPr/>
    </dgm:pt>
    <dgm:pt modelId="{3F5AE910-ACB5-4208-A528-68409AFA0BF6}" type="pres">
      <dgm:prSet presAssocID="{8DCCFE4E-7A2B-47E9-94C6-62695ED6F299}" presName="sibTrans" presStyleCnt="0"/>
      <dgm:spPr/>
    </dgm:pt>
    <dgm:pt modelId="{C1EEB5E2-A123-4275-94D9-B7B68443460A}" type="pres">
      <dgm:prSet presAssocID="{ADB00239-9DF9-44E7-BA4B-DA72DF4ECD28}" presName="node" presStyleLbl="node1" presStyleIdx="2" presStyleCnt="5">
        <dgm:presLayoutVars>
          <dgm:bulletEnabled val="1"/>
        </dgm:presLayoutVars>
      </dgm:prSet>
      <dgm:spPr/>
    </dgm:pt>
    <dgm:pt modelId="{B00D3FCD-6A97-449F-9370-D809646D9AF8}" type="pres">
      <dgm:prSet presAssocID="{482B6995-4C33-41C1-BF77-E2E1A0E8B871}" presName="sibTrans" presStyleCnt="0"/>
      <dgm:spPr/>
    </dgm:pt>
    <dgm:pt modelId="{5AD3326A-BA45-490C-912F-AF95CF32F89D}" type="pres">
      <dgm:prSet presAssocID="{08402E55-EA72-4D8E-B2ED-C8909C09CB99}" presName="node" presStyleLbl="node1" presStyleIdx="3" presStyleCnt="5">
        <dgm:presLayoutVars>
          <dgm:bulletEnabled val="1"/>
        </dgm:presLayoutVars>
      </dgm:prSet>
      <dgm:spPr/>
    </dgm:pt>
    <dgm:pt modelId="{A4BD20B0-C539-481D-8704-5ECB84C95358}" type="pres">
      <dgm:prSet presAssocID="{0434B1EA-F14E-4056-9B22-D9BB8B4AA062}" presName="sibTrans" presStyleCnt="0"/>
      <dgm:spPr/>
    </dgm:pt>
    <dgm:pt modelId="{9ADCB2C1-EBF2-46C6-AC68-450906CF064D}" type="pres">
      <dgm:prSet presAssocID="{EEA0D1A9-B027-4AC1-98F5-1F98F766B55C}" presName="node" presStyleLbl="node1" presStyleIdx="4" presStyleCnt="5">
        <dgm:presLayoutVars>
          <dgm:bulletEnabled val="1"/>
        </dgm:presLayoutVars>
      </dgm:prSet>
      <dgm:spPr/>
    </dgm:pt>
  </dgm:ptLst>
  <dgm:cxnLst>
    <dgm:cxn modelId="{4DE16B0F-AE15-4961-AA09-A2E20E50FF0E}" srcId="{D1BF19B8-0149-44A4-B9B6-719B92F497C3}" destId="{880A9ACB-C49D-4538-9001-F2CCF6122975}" srcOrd="0" destOrd="0" parTransId="{8A6DC79E-0F12-48C2-B781-79DE3191D22E}" sibTransId="{704DE9C2-C4E2-4528-A580-1FE4AF0D9B43}"/>
    <dgm:cxn modelId="{02746714-A822-4EC2-90E2-A60F93D0F3AA}" type="presOf" srcId="{880A9ACB-C49D-4538-9001-F2CCF6122975}" destId="{9CDE5979-37FB-44CF-8AD0-4B61D60621A4}" srcOrd="0" destOrd="0" presId="urn:microsoft.com/office/officeart/2005/8/layout/default"/>
    <dgm:cxn modelId="{76617420-3193-40B1-BD54-B83DED735F64}" srcId="{D1BF19B8-0149-44A4-B9B6-719B92F497C3}" destId="{B66BC1B5-448B-4836-9F0A-3049EF6ED121}" srcOrd="1" destOrd="0" parTransId="{77F0CA13-EBC8-4D83-961F-9CF594B62BEB}" sibTransId="{8DCCFE4E-7A2B-47E9-94C6-62695ED6F299}"/>
    <dgm:cxn modelId="{9AC5BE28-401B-4AA1-867B-78515EBA8451}" srcId="{D1BF19B8-0149-44A4-B9B6-719B92F497C3}" destId="{EEA0D1A9-B027-4AC1-98F5-1F98F766B55C}" srcOrd="4" destOrd="0" parTransId="{BB655FCB-587B-45C4-91EC-5E66A2CFA472}" sibTransId="{E36AE512-4894-4729-877C-89C00D5B7080}"/>
    <dgm:cxn modelId="{B0DDF864-E578-48DD-BDD7-132700526735}" type="presOf" srcId="{D1BF19B8-0149-44A4-B9B6-719B92F497C3}" destId="{F27D8002-2CFE-41E2-B8A5-823DB50B14B9}" srcOrd="0" destOrd="0" presId="urn:microsoft.com/office/officeart/2005/8/layout/default"/>
    <dgm:cxn modelId="{2BA49E52-A0BD-4E25-9E99-2AE87B937758}" srcId="{D1BF19B8-0149-44A4-B9B6-719B92F497C3}" destId="{ADB00239-9DF9-44E7-BA4B-DA72DF4ECD28}" srcOrd="2" destOrd="0" parTransId="{E97AD310-8407-4DC9-BD87-01CEE99EDA3E}" sibTransId="{482B6995-4C33-41C1-BF77-E2E1A0E8B871}"/>
    <dgm:cxn modelId="{17640778-36F5-4F54-871A-EE2486761345}" type="presOf" srcId="{B66BC1B5-448B-4836-9F0A-3049EF6ED121}" destId="{A666B15F-CCCE-412C-AD32-6F958AB48908}" srcOrd="0" destOrd="0" presId="urn:microsoft.com/office/officeart/2005/8/layout/default"/>
    <dgm:cxn modelId="{4214B458-E729-4F2E-9BF7-838B659EF188}" type="presOf" srcId="{ADB00239-9DF9-44E7-BA4B-DA72DF4ECD28}" destId="{C1EEB5E2-A123-4275-94D9-B7B68443460A}" srcOrd="0" destOrd="0" presId="urn:microsoft.com/office/officeart/2005/8/layout/default"/>
    <dgm:cxn modelId="{CC9ADC81-CFA4-4577-A0E6-38AD61307122}" type="presOf" srcId="{EEA0D1A9-B027-4AC1-98F5-1F98F766B55C}" destId="{9ADCB2C1-EBF2-46C6-AC68-450906CF064D}" srcOrd="0" destOrd="0" presId="urn:microsoft.com/office/officeart/2005/8/layout/default"/>
    <dgm:cxn modelId="{0D15DFAE-35AA-492B-A999-263697C7B1A0}" type="presOf" srcId="{08402E55-EA72-4D8E-B2ED-C8909C09CB99}" destId="{5AD3326A-BA45-490C-912F-AF95CF32F89D}" srcOrd="0" destOrd="0" presId="urn:microsoft.com/office/officeart/2005/8/layout/default"/>
    <dgm:cxn modelId="{208F79EC-DBD9-4084-A162-338BC0C18A45}" srcId="{D1BF19B8-0149-44A4-B9B6-719B92F497C3}" destId="{08402E55-EA72-4D8E-B2ED-C8909C09CB99}" srcOrd="3" destOrd="0" parTransId="{1BB93CC8-9715-4AAB-A76C-8C1631CD3244}" sibTransId="{0434B1EA-F14E-4056-9B22-D9BB8B4AA062}"/>
    <dgm:cxn modelId="{76BF6FED-5CF3-4043-A0A1-14F27EF246C8}" type="presParOf" srcId="{F27D8002-2CFE-41E2-B8A5-823DB50B14B9}" destId="{9CDE5979-37FB-44CF-8AD0-4B61D60621A4}" srcOrd="0" destOrd="0" presId="urn:microsoft.com/office/officeart/2005/8/layout/default"/>
    <dgm:cxn modelId="{B48FFD13-C592-4544-8934-25AF3DE4BD26}" type="presParOf" srcId="{F27D8002-2CFE-41E2-B8A5-823DB50B14B9}" destId="{879D7ABA-62EF-4EBA-8AC0-DE62E0898CED}" srcOrd="1" destOrd="0" presId="urn:microsoft.com/office/officeart/2005/8/layout/default"/>
    <dgm:cxn modelId="{8963CC68-8FAA-455D-9B29-BE271306222A}" type="presParOf" srcId="{F27D8002-2CFE-41E2-B8A5-823DB50B14B9}" destId="{A666B15F-CCCE-412C-AD32-6F958AB48908}" srcOrd="2" destOrd="0" presId="urn:microsoft.com/office/officeart/2005/8/layout/default"/>
    <dgm:cxn modelId="{69FB5CFA-A64F-4860-8CFA-A9B27C1A12EA}" type="presParOf" srcId="{F27D8002-2CFE-41E2-B8A5-823DB50B14B9}" destId="{3F5AE910-ACB5-4208-A528-68409AFA0BF6}" srcOrd="3" destOrd="0" presId="urn:microsoft.com/office/officeart/2005/8/layout/default"/>
    <dgm:cxn modelId="{7370C2BD-D22E-4A6F-AB3B-370D7000B98A}" type="presParOf" srcId="{F27D8002-2CFE-41E2-B8A5-823DB50B14B9}" destId="{C1EEB5E2-A123-4275-94D9-B7B68443460A}" srcOrd="4" destOrd="0" presId="urn:microsoft.com/office/officeart/2005/8/layout/default"/>
    <dgm:cxn modelId="{129A1D88-618F-4F16-A654-70EF1494602C}" type="presParOf" srcId="{F27D8002-2CFE-41E2-B8A5-823DB50B14B9}" destId="{B00D3FCD-6A97-449F-9370-D809646D9AF8}" srcOrd="5" destOrd="0" presId="urn:microsoft.com/office/officeart/2005/8/layout/default"/>
    <dgm:cxn modelId="{37D4248E-ACF5-484E-8D09-D8CC1304E716}" type="presParOf" srcId="{F27D8002-2CFE-41E2-B8A5-823DB50B14B9}" destId="{5AD3326A-BA45-490C-912F-AF95CF32F89D}" srcOrd="6" destOrd="0" presId="urn:microsoft.com/office/officeart/2005/8/layout/default"/>
    <dgm:cxn modelId="{EDE8A658-1CC1-4A4D-89CF-C9F001BEED87}" type="presParOf" srcId="{F27D8002-2CFE-41E2-B8A5-823DB50B14B9}" destId="{A4BD20B0-C539-481D-8704-5ECB84C95358}" srcOrd="7" destOrd="0" presId="urn:microsoft.com/office/officeart/2005/8/layout/default"/>
    <dgm:cxn modelId="{3AD3677A-6390-48C6-AA0A-DD995B612027}" type="presParOf" srcId="{F27D8002-2CFE-41E2-B8A5-823DB50B14B9}" destId="{9ADCB2C1-EBF2-46C6-AC68-450906CF064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EA78A8-99F5-43FC-9049-F718059F115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2C7FFE-AC4D-440E-B8F8-C4BA11843572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aseline="0"/>
            <a:t>- Jenkins centralise les pipelines et builds</a:t>
          </a:r>
          <a:endParaRPr lang="en-US"/>
        </a:p>
      </dgm:t>
    </dgm:pt>
    <dgm:pt modelId="{66D1A37B-3D37-49E7-ABEE-2651E91DC904}" type="parTrans" cxnId="{CA68933B-3FA3-4070-AE71-4E0EDF282A63}">
      <dgm:prSet/>
      <dgm:spPr/>
      <dgm:t>
        <a:bodyPr/>
        <a:lstStyle/>
        <a:p>
          <a:endParaRPr lang="en-US"/>
        </a:p>
      </dgm:t>
    </dgm:pt>
    <dgm:pt modelId="{8D84BFED-D6A0-4807-A72E-83FC6978C98D}" type="sibTrans" cxnId="{CA68933B-3FA3-4070-AE71-4E0EDF282A63}">
      <dgm:prSet/>
      <dgm:spPr/>
      <dgm:t>
        <a:bodyPr/>
        <a:lstStyle/>
        <a:p>
          <a:endParaRPr lang="en-US"/>
        </a:p>
      </dgm:t>
    </dgm:pt>
    <dgm:pt modelId="{5FDA3993-B2B4-4FEA-9228-4520687C0386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aseline="0"/>
            <a:t>- Pipeline = script qui décrit étapes du workflow</a:t>
          </a:r>
          <a:endParaRPr lang="en-US"/>
        </a:p>
      </dgm:t>
    </dgm:pt>
    <dgm:pt modelId="{B8B40257-79E9-46F7-B16B-B0997E2654A3}" type="parTrans" cxnId="{178CA9EA-8E7D-48DE-B5A5-03A9885CCF82}">
      <dgm:prSet/>
      <dgm:spPr/>
      <dgm:t>
        <a:bodyPr/>
        <a:lstStyle/>
        <a:p>
          <a:endParaRPr lang="en-US"/>
        </a:p>
      </dgm:t>
    </dgm:pt>
    <dgm:pt modelId="{838E2C3A-19D0-48A6-99DD-744360AA82F4}" type="sibTrans" cxnId="{178CA9EA-8E7D-48DE-B5A5-03A9885CCF82}">
      <dgm:prSet/>
      <dgm:spPr/>
      <dgm:t>
        <a:bodyPr/>
        <a:lstStyle/>
        <a:p>
          <a:endParaRPr lang="en-US"/>
        </a:p>
      </dgm:t>
    </dgm:pt>
    <dgm:pt modelId="{CB9016C0-583D-472E-BE14-20AE0E7CDB6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aseline="0"/>
            <a:t>- Peut être freestyle ou declaratif</a:t>
          </a:r>
          <a:endParaRPr lang="en-US"/>
        </a:p>
      </dgm:t>
    </dgm:pt>
    <dgm:pt modelId="{BEF34591-93A5-4BE8-8C29-7BC491190D44}" type="parTrans" cxnId="{E92FB2AB-C485-4A83-A38B-DBEE057FE9B6}">
      <dgm:prSet/>
      <dgm:spPr/>
      <dgm:t>
        <a:bodyPr/>
        <a:lstStyle/>
        <a:p>
          <a:endParaRPr lang="en-US"/>
        </a:p>
      </dgm:t>
    </dgm:pt>
    <dgm:pt modelId="{91695E7E-751E-4B58-B24F-DB7AEF5473AE}" type="sibTrans" cxnId="{E92FB2AB-C485-4A83-A38B-DBEE057FE9B6}">
      <dgm:prSet/>
      <dgm:spPr/>
      <dgm:t>
        <a:bodyPr/>
        <a:lstStyle/>
        <a:p>
          <a:endParaRPr lang="en-US"/>
        </a:p>
      </dgm:t>
    </dgm:pt>
    <dgm:pt modelId="{9A3F4A93-4D35-4652-996E-D68EBD50867A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aseline="0"/>
            <a:t>- Peut intégrer tous types de projets : Maven, Gradle, NodeJS, Python…</a:t>
          </a:r>
          <a:endParaRPr lang="en-US"/>
        </a:p>
      </dgm:t>
    </dgm:pt>
    <dgm:pt modelId="{0169872D-9F60-462E-910D-2513C8639738}" type="parTrans" cxnId="{979F0596-9290-4830-A2EF-1D44C6491F49}">
      <dgm:prSet/>
      <dgm:spPr/>
      <dgm:t>
        <a:bodyPr/>
        <a:lstStyle/>
        <a:p>
          <a:endParaRPr lang="en-US"/>
        </a:p>
      </dgm:t>
    </dgm:pt>
    <dgm:pt modelId="{9FD288BB-33D0-4F02-9083-9DAA9233D80E}" type="sibTrans" cxnId="{979F0596-9290-4830-A2EF-1D44C6491F49}">
      <dgm:prSet/>
      <dgm:spPr/>
      <dgm:t>
        <a:bodyPr/>
        <a:lstStyle/>
        <a:p>
          <a:endParaRPr lang="en-US"/>
        </a:p>
      </dgm:t>
    </dgm:pt>
    <dgm:pt modelId="{0BE93BEE-C02E-49C5-AECE-E21480E26172}" type="pres">
      <dgm:prSet presAssocID="{09EA78A8-99F5-43FC-9049-F718059F1153}" presName="root" presStyleCnt="0">
        <dgm:presLayoutVars>
          <dgm:dir/>
          <dgm:resizeHandles val="exact"/>
        </dgm:presLayoutVars>
      </dgm:prSet>
      <dgm:spPr/>
    </dgm:pt>
    <dgm:pt modelId="{D91D3203-9EAD-4C60-B1FB-9EAB85AA17D3}" type="pres">
      <dgm:prSet presAssocID="{762C7FFE-AC4D-440E-B8F8-C4BA11843572}" presName="compNode" presStyleCnt="0"/>
      <dgm:spPr/>
    </dgm:pt>
    <dgm:pt modelId="{B77CFA70-412D-46F6-B91A-33DB920DBFB7}" type="pres">
      <dgm:prSet presAssocID="{762C7FFE-AC4D-440E-B8F8-C4BA11843572}" presName="bgRect" presStyleLbl="bgShp" presStyleIdx="0" presStyleCnt="4"/>
      <dgm:spPr/>
    </dgm:pt>
    <dgm:pt modelId="{3072906C-7B56-4309-AF37-D851E63A8347}" type="pres">
      <dgm:prSet presAssocID="{762C7FFE-AC4D-440E-B8F8-C4BA1184357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2E73A7C2-434A-4A41-A48C-2A06AEF26FE5}" type="pres">
      <dgm:prSet presAssocID="{762C7FFE-AC4D-440E-B8F8-C4BA11843572}" presName="spaceRect" presStyleCnt="0"/>
      <dgm:spPr/>
    </dgm:pt>
    <dgm:pt modelId="{0F30C194-7AFE-41E4-B6F4-F373EA46A588}" type="pres">
      <dgm:prSet presAssocID="{762C7FFE-AC4D-440E-B8F8-C4BA11843572}" presName="parTx" presStyleLbl="revTx" presStyleIdx="0" presStyleCnt="4">
        <dgm:presLayoutVars>
          <dgm:chMax val="0"/>
          <dgm:chPref val="0"/>
        </dgm:presLayoutVars>
      </dgm:prSet>
      <dgm:spPr/>
    </dgm:pt>
    <dgm:pt modelId="{1BDC96FB-2195-4510-91AF-C50FC446B7FC}" type="pres">
      <dgm:prSet presAssocID="{8D84BFED-D6A0-4807-A72E-83FC6978C98D}" presName="sibTrans" presStyleCnt="0"/>
      <dgm:spPr/>
    </dgm:pt>
    <dgm:pt modelId="{9DC8E08E-1B8F-4C17-B547-1FC87FD992A5}" type="pres">
      <dgm:prSet presAssocID="{5FDA3993-B2B4-4FEA-9228-4520687C0386}" presName="compNode" presStyleCnt="0"/>
      <dgm:spPr/>
    </dgm:pt>
    <dgm:pt modelId="{FEC64F12-9E16-4DA7-85BF-4FF9DCDCE5FA}" type="pres">
      <dgm:prSet presAssocID="{5FDA3993-B2B4-4FEA-9228-4520687C0386}" presName="bgRect" presStyleLbl="bgShp" presStyleIdx="1" presStyleCnt="4"/>
      <dgm:spPr/>
    </dgm:pt>
    <dgm:pt modelId="{0AAE66EF-31CD-4674-8BC4-1F9903A36B52}" type="pres">
      <dgm:prSet presAssocID="{5FDA3993-B2B4-4FEA-9228-4520687C038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DC71CBB-63D4-4476-A4FA-6F6718581201}" type="pres">
      <dgm:prSet presAssocID="{5FDA3993-B2B4-4FEA-9228-4520687C0386}" presName="spaceRect" presStyleCnt="0"/>
      <dgm:spPr/>
    </dgm:pt>
    <dgm:pt modelId="{D714EE0A-AB62-4D36-8D71-CC562CBCDF52}" type="pres">
      <dgm:prSet presAssocID="{5FDA3993-B2B4-4FEA-9228-4520687C0386}" presName="parTx" presStyleLbl="revTx" presStyleIdx="1" presStyleCnt="4">
        <dgm:presLayoutVars>
          <dgm:chMax val="0"/>
          <dgm:chPref val="0"/>
        </dgm:presLayoutVars>
      </dgm:prSet>
      <dgm:spPr/>
    </dgm:pt>
    <dgm:pt modelId="{AE9939FD-0DE1-48F6-B98C-A999EB0F1FB1}" type="pres">
      <dgm:prSet presAssocID="{838E2C3A-19D0-48A6-99DD-744360AA82F4}" presName="sibTrans" presStyleCnt="0"/>
      <dgm:spPr/>
    </dgm:pt>
    <dgm:pt modelId="{BB7EE2B5-C67B-4626-A924-A070D098716C}" type="pres">
      <dgm:prSet presAssocID="{CB9016C0-583D-472E-BE14-20AE0E7CDB64}" presName="compNode" presStyleCnt="0"/>
      <dgm:spPr/>
    </dgm:pt>
    <dgm:pt modelId="{BF785027-EB5C-49B9-BBCB-B8C6EF24568A}" type="pres">
      <dgm:prSet presAssocID="{CB9016C0-583D-472E-BE14-20AE0E7CDB64}" presName="bgRect" presStyleLbl="bgShp" presStyleIdx="2" presStyleCnt="4"/>
      <dgm:spPr/>
    </dgm:pt>
    <dgm:pt modelId="{3562F47C-3E3F-494A-BA85-91AE8C8E7A4F}" type="pres">
      <dgm:prSet presAssocID="{CB9016C0-583D-472E-BE14-20AE0E7CDB6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tation"/>
        </a:ext>
      </dgm:extLst>
    </dgm:pt>
    <dgm:pt modelId="{ABFB2069-53C6-4BB9-88AD-2580D0B4FADC}" type="pres">
      <dgm:prSet presAssocID="{CB9016C0-583D-472E-BE14-20AE0E7CDB64}" presName="spaceRect" presStyleCnt="0"/>
      <dgm:spPr/>
    </dgm:pt>
    <dgm:pt modelId="{3D40288B-C5B9-4AAC-B83B-536CA8FB96FE}" type="pres">
      <dgm:prSet presAssocID="{CB9016C0-583D-472E-BE14-20AE0E7CDB64}" presName="parTx" presStyleLbl="revTx" presStyleIdx="2" presStyleCnt="4">
        <dgm:presLayoutVars>
          <dgm:chMax val="0"/>
          <dgm:chPref val="0"/>
        </dgm:presLayoutVars>
      </dgm:prSet>
      <dgm:spPr/>
    </dgm:pt>
    <dgm:pt modelId="{0424F377-5C9F-4AA9-AD85-05EFC1512DA7}" type="pres">
      <dgm:prSet presAssocID="{91695E7E-751E-4B58-B24F-DB7AEF5473AE}" presName="sibTrans" presStyleCnt="0"/>
      <dgm:spPr/>
    </dgm:pt>
    <dgm:pt modelId="{70FB4312-4581-4872-B64F-D6AD085BAF24}" type="pres">
      <dgm:prSet presAssocID="{9A3F4A93-4D35-4652-996E-D68EBD50867A}" presName="compNode" presStyleCnt="0"/>
      <dgm:spPr/>
    </dgm:pt>
    <dgm:pt modelId="{9D1DCB83-9208-454E-8C1C-23FC55E63554}" type="pres">
      <dgm:prSet presAssocID="{9A3F4A93-4D35-4652-996E-D68EBD50867A}" presName="bgRect" presStyleLbl="bgShp" presStyleIdx="3" presStyleCnt="4"/>
      <dgm:spPr/>
    </dgm:pt>
    <dgm:pt modelId="{0932D6B1-8F1A-460C-9DAC-F206CDD3418E}" type="pres">
      <dgm:prSet presAssocID="{9A3F4A93-4D35-4652-996E-D68EBD50867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ur"/>
        </a:ext>
      </dgm:extLst>
    </dgm:pt>
    <dgm:pt modelId="{BA0BA66D-0AE2-48FE-A5E3-6235431BE754}" type="pres">
      <dgm:prSet presAssocID="{9A3F4A93-4D35-4652-996E-D68EBD50867A}" presName="spaceRect" presStyleCnt="0"/>
      <dgm:spPr/>
    </dgm:pt>
    <dgm:pt modelId="{AA9C9BB7-218B-4055-BAE6-CDB5B9CEDA44}" type="pres">
      <dgm:prSet presAssocID="{9A3F4A93-4D35-4652-996E-D68EBD5086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9BE2D36-9C31-4FDA-9B49-9BD13D6DA749}" type="presOf" srcId="{5FDA3993-B2B4-4FEA-9228-4520687C0386}" destId="{D714EE0A-AB62-4D36-8D71-CC562CBCDF52}" srcOrd="0" destOrd="0" presId="urn:microsoft.com/office/officeart/2018/2/layout/IconVerticalSolidList"/>
    <dgm:cxn modelId="{CA68933B-3FA3-4070-AE71-4E0EDF282A63}" srcId="{09EA78A8-99F5-43FC-9049-F718059F1153}" destId="{762C7FFE-AC4D-440E-B8F8-C4BA11843572}" srcOrd="0" destOrd="0" parTransId="{66D1A37B-3D37-49E7-ABEE-2651E91DC904}" sibTransId="{8D84BFED-D6A0-4807-A72E-83FC6978C98D}"/>
    <dgm:cxn modelId="{979F0596-9290-4830-A2EF-1D44C6491F49}" srcId="{09EA78A8-99F5-43FC-9049-F718059F1153}" destId="{9A3F4A93-4D35-4652-996E-D68EBD50867A}" srcOrd="3" destOrd="0" parTransId="{0169872D-9F60-462E-910D-2513C8639738}" sibTransId="{9FD288BB-33D0-4F02-9083-9DAA9233D80E}"/>
    <dgm:cxn modelId="{E92FB2AB-C485-4A83-A38B-DBEE057FE9B6}" srcId="{09EA78A8-99F5-43FC-9049-F718059F1153}" destId="{CB9016C0-583D-472E-BE14-20AE0E7CDB64}" srcOrd="2" destOrd="0" parTransId="{BEF34591-93A5-4BE8-8C29-7BC491190D44}" sibTransId="{91695E7E-751E-4B58-B24F-DB7AEF5473AE}"/>
    <dgm:cxn modelId="{D33BFBAC-D8BD-44BD-AABF-25CD9922630A}" type="presOf" srcId="{9A3F4A93-4D35-4652-996E-D68EBD50867A}" destId="{AA9C9BB7-218B-4055-BAE6-CDB5B9CEDA44}" srcOrd="0" destOrd="0" presId="urn:microsoft.com/office/officeart/2018/2/layout/IconVerticalSolidList"/>
    <dgm:cxn modelId="{90E9DDB6-8B93-4548-B44A-92784800B4FD}" type="presOf" srcId="{CB9016C0-583D-472E-BE14-20AE0E7CDB64}" destId="{3D40288B-C5B9-4AAC-B83B-536CA8FB96FE}" srcOrd="0" destOrd="0" presId="urn:microsoft.com/office/officeart/2018/2/layout/IconVerticalSolidList"/>
    <dgm:cxn modelId="{EF1370DC-2B90-4819-93F5-EC275D7C637C}" type="presOf" srcId="{762C7FFE-AC4D-440E-B8F8-C4BA11843572}" destId="{0F30C194-7AFE-41E4-B6F4-F373EA46A588}" srcOrd="0" destOrd="0" presId="urn:microsoft.com/office/officeart/2018/2/layout/IconVerticalSolidList"/>
    <dgm:cxn modelId="{178CA9EA-8E7D-48DE-B5A5-03A9885CCF82}" srcId="{09EA78A8-99F5-43FC-9049-F718059F1153}" destId="{5FDA3993-B2B4-4FEA-9228-4520687C0386}" srcOrd="1" destOrd="0" parTransId="{B8B40257-79E9-46F7-B16B-B0997E2654A3}" sibTransId="{838E2C3A-19D0-48A6-99DD-744360AA82F4}"/>
    <dgm:cxn modelId="{9D6BFBFD-0BBB-4A75-8F70-8FA11868B52A}" type="presOf" srcId="{09EA78A8-99F5-43FC-9049-F718059F1153}" destId="{0BE93BEE-C02E-49C5-AECE-E21480E26172}" srcOrd="0" destOrd="0" presId="urn:microsoft.com/office/officeart/2018/2/layout/IconVerticalSolidList"/>
    <dgm:cxn modelId="{5D8B92A1-B0B0-4583-A40E-BF445EC4FCFE}" type="presParOf" srcId="{0BE93BEE-C02E-49C5-AECE-E21480E26172}" destId="{D91D3203-9EAD-4C60-B1FB-9EAB85AA17D3}" srcOrd="0" destOrd="0" presId="urn:microsoft.com/office/officeart/2018/2/layout/IconVerticalSolidList"/>
    <dgm:cxn modelId="{F663FDF4-90AD-4F07-BA3C-B4409E5FC80E}" type="presParOf" srcId="{D91D3203-9EAD-4C60-B1FB-9EAB85AA17D3}" destId="{B77CFA70-412D-46F6-B91A-33DB920DBFB7}" srcOrd="0" destOrd="0" presId="urn:microsoft.com/office/officeart/2018/2/layout/IconVerticalSolidList"/>
    <dgm:cxn modelId="{54E6B2D6-3A56-4241-9192-AD0A794C0C97}" type="presParOf" srcId="{D91D3203-9EAD-4C60-B1FB-9EAB85AA17D3}" destId="{3072906C-7B56-4309-AF37-D851E63A8347}" srcOrd="1" destOrd="0" presId="urn:microsoft.com/office/officeart/2018/2/layout/IconVerticalSolidList"/>
    <dgm:cxn modelId="{AAEFC3E4-B9AB-4794-B82E-5086292B40D4}" type="presParOf" srcId="{D91D3203-9EAD-4C60-B1FB-9EAB85AA17D3}" destId="{2E73A7C2-434A-4A41-A48C-2A06AEF26FE5}" srcOrd="2" destOrd="0" presId="urn:microsoft.com/office/officeart/2018/2/layout/IconVerticalSolidList"/>
    <dgm:cxn modelId="{5EBA8580-1EDD-439D-A1C2-460B5A0C8572}" type="presParOf" srcId="{D91D3203-9EAD-4C60-B1FB-9EAB85AA17D3}" destId="{0F30C194-7AFE-41E4-B6F4-F373EA46A588}" srcOrd="3" destOrd="0" presId="urn:microsoft.com/office/officeart/2018/2/layout/IconVerticalSolidList"/>
    <dgm:cxn modelId="{E08CF7E6-D3A7-481E-8B84-52CF7E94F8C9}" type="presParOf" srcId="{0BE93BEE-C02E-49C5-AECE-E21480E26172}" destId="{1BDC96FB-2195-4510-91AF-C50FC446B7FC}" srcOrd="1" destOrd="0" presId="urn:microsoft.com/office/officeart/2018/2/layout/IconVerticalSolidList"/>
    <dgm:cxn modelId="{354E1C0B-CD0E-4923-9D05-FD943B56D991}" type="presParOf" srcId="{0BE93BEE-C02E-49C5-AECE-E21480E26172}" destId="{9DC8E08E-1B8F-4C17-B547-1FC87FD992A5}" srcOrd="2" destOrd="0" presId="urn:microsoft.com/office/officeart/2018/2/layout/IconVerticalSolidList"/>
    <dgm:cxn modelId="{3F0CCE55-E8DB-4962-9273-8EF35D1CCB5C}" type="presParOf" srcId="{9DC8E08E-1B8F-4C17-B547-1FC87FD992A5}" destId="{FEC64F12-9E16-4DA7-85BF-4FF9DCDCE5FA}" srcOrd="0" destOrd="0" presId="urn:microsoft.com/office/officeart/2018/2/layout/IconVerticalSolidList"/>
    <dgm:cxn modelId="{AD39F461-43F2-43EE-82C4-1C4221F6B557}" type="presParOf" srcId="{9DC8E08E-1B8F-4C17-B547-1FC87FD992A5}" destId="{0AAE66EF-31CD-4674-8BC4-1F9903A36B52}" srcOrd="1" destOrd="0" presId="urn:microsoft.com/office/officeart/2018/2/layout/IconVerticalSolidList"/>
    <dgm:cxn modelId="{C9128AB2-4FDC-4606-806A-2357AC11A421}" type="presParOf" srcId="{9DC8E08E-1B8F-4C17-B547-1FC87FD992A5}" destId="{FDC71CBB-63D4-4476-A4FA-6F6718581201}" srcOrd="2" destOrd="0" presId="urn:microsoft.com/office/officeart/2018/2/layout/IconVerticalSolidList"/>
    <dgm:cxn modelId="{A6B5A356-73DD-4E35-B1EF-3031D05394CB}" type="presParOf" srcId="{9DC8E08E-1B8F-4C17-B547-1FC87FD992A5}" destId="{D714EE0A-AB62-4D36-8D71-CC562CBCDF52}" srcOrd="3" destOrd="0" presId="urn:microsoft.com/office/officeart/2018/2/layout/IconVerticalSolidList"/>
    <dgm:cxn modelId="{30963DE9-11EF-4B89-97D6-54DC27D4C026}" type="presParOf" srcId="{0BE93BEE-C02E-49C5-AECE-E21480E26172}" destId="{AE9939FD-0DE1-48F6-B98C-A999EB0F1FB1}" srcOrd="3" destOrd="0" presId="urn:microsoft.com/office/officeart/2018/2/layout/IconVerticalSolidList"/>
    <dgm:cxn modelId="{1F69998C-39BB-423F-B544-31B1336F7CCA}" type="presParOf" srcId="{0BE93BEE-C02E-49C5-AECE-E21480E26172}" destId="{BB7EE2B5-C67B-4626-A924-A070D098716C}" srcOrd="4" destOrd="0" presId="urn:microsoft.com/office/officeart/2018/2/layout/IconVerticalSolidList"/>
    <dgm:cxn modelId="{C08E20B8-A47E-40F6-A56D-983C1EA83902}" type="presParOf" srcId="{BB7EE2B5-C67B-4626-A924-A070D098716C}" destId="{BF785027-EB5C-49B9-BBCB-B8C6EF24568A}" srcOrd="0" destOrd="0" presId="urn:microsoft.com/office/officeart/2018/2/layout/IconVerticalSolidList"/>
    <dgm:cxn modelId="{9BB92C60-0FDC-471A-B6B0-C340CFD5463A}" type="presParOf" srcId="{BB7EE2B5-C67B-4626-A924-A070D098716C}" destId="{3562F47C-3E3F-494A-BA85-91AE8C8E7A4F}" srcOrd="1" destOrd="0" presId="urn:microsoft.com/office/officeart/2018/2/layout/IconVerticalSolidList"/>
    <dgm:cxn modelId="{B7EC6A72-D11E-4F9E-A81F-F90CF7ED80C2}" type="presParOf" srcId="{BB7EE2B5-C67B-4626-A924-A070D098716C}" destId="{ABFB2069-53C6-4BB9-88AD-2580D0B4FADC}" srcOrd="2" destOrd="0" presId="urn:microsoft.com/office/officeart/2018/2/layout/IconVerticalSolidList"/>
    <dgm:cxn modelId="{4A91FF66-9CCB-45F2-A13C-B9EB9386690C}" type="presParOf" srcId="{BB7EE2B5-C67B-4626-A924-A070D098716C}" destId="{3D40288B-C5B9-4AAC-B83B-536CA8FB96FE}" srcOrd="3" destOrd="0" presId="urn:microsoft.com/office/officeart/2018/2/layout/IconVerticalSolidList"/>
    <dgm:cxn modelId="{3DEE39A4-2B7B-4107-811E-DF1B0FDBE5B7}" type="presParOf" srcId="{0BE93BEE-C02E-49C5-AECE-E21480E26172}" destId="{0424F377-5C9F-4AA9-AD85-05EFC1512DA7}" srcOrd="5" destOrd="0" presId="urn:microsoft.com/office/officeart/2018/2/layout/IconVerticalSolidList"/>
    <dgm:cxn modelId="{C5FDE514-44FE-4A10-8124-22F4965B2CD8}" type="presParOf" srcId="{0BE93BEE-C02E-49C5-AECE-E21480E26172}" destId="{70FB4312-4581-4872-B64F-D6AD085BAF24}" srcOrd="6" destOrd="0" presId="urn:microsoft.com/office/officeart/2018/2/layout/IconVerticalSolidList"/>
    <dgm:cxn modelId="{66111CF9-5B23-44FE-B62D-E976060468E2}" type="presParOf" srcId="{70FB4312-4581-4872-B64F-D6AD085BAF24}" destId="{9D1DCB83-9208-454E-8C1C-23FC55E63554}" srcOrd="0" destOrd="0" presId="urn:microsoft.com/office/officeart/2018/2/layout/IconVerticalSolidList"/>
    <dgm:cxn modelId="{5F525D72-36A7-4CD5-B85D-ED3F3AE203CE}" type="presParOf" srcId="{70FB4312-4581-4872-B64F-D6AD085BAF24}" destId="{0932D6B1-8F1A-460C-9DAC-F206CDD3418E}" srcOrd="1" destOrd="0" presId="urn:microsoft.com/office/officeart/2018/2/layout/IconVerticalSolidList"/>
    <dgm:cxn modelId="{5B71DFC3-3AE0-409F-A010-4A898B5896D7}" type="presParOf" srcId="{70FB4312-4581-4872-B64F-D6AD085BAF24}" destId="{BA0BA66D-0AE2-48FE-A5E3-6235431BE754}" srcOrd="2" destOrd="0" presId="urn:microsoft.com/office/officeart/2018/2/layout/IconVerticalSolidList"/>
    <dgm:cxn modelId="{0100C92A-F349-4DF2-9EE2-3809E38BE947}" type="presParOf" srcId="{70FB4312-4581-4872-B64F-D6AD085BAF24}" destId="{AA9C9BB7-218B-4055-BAE6-CDB5B9CEDA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039F5E-49DB-4631-954B-604E4AF92E8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7CE2A2-0BAC-465B-A029-CEBA9F87A8B6}">
      <dgm:prSet/>
      <dgm:spPr/>
      <dgm:t>
        <a:bodyPr/>
        <a:lstStyle/>
        <a:p>
          <a:r>
            <a:rPr lang="fr-FR" baseline="0" dirty="0">
              <a:latin typeface="Montserrat" pitchFamily="2" charset="0"/>
            </a:rPr>
            <a:t>- Automatisation complète : plus besoin d’exécuter manuellement</a:t>
          </a:r>
          <a:endParaRPr lang="en-US" dirty="0">
            <a:latin typeface="Montserrat" pitchFamily="2" charset="0"/>
          </a:endParaRPr>
        </a:p>
      </dgm:t>
    </dgm:pt>
    <dgm:pt modelId="{B9F4633B-7647-48A1-9E52-438AA64B1C5C}" type="parTrans" cxnId="{02FFCCD2-FE91-4534-83E5-0A985AABF6CA}">
      <dgm:prSet/>
      <dgm:spPr/>
      <dgm:t>
        <a:bodyPr/>
        <a:lstStyle/>
        <a:p>
          <a:endParaRPr lang="en-US"/>
        </a:p>
      </dgm:t>
    </dgm:pt>
    <dgm:pt modelId="{C4B9AEB8-0D67-43AE-B991-466D7E9110CD}" type="sibTrans" cxnId="{02FFCCD2-FE91-4534-83E5-0A985AABF6CA}">
      <dgm:prSet/>
      <dgm:spPr/>
      <dgm:t>
        <a:bodyPr/>
        <a:lstStyle/>
        <a:p>
          <a:endParaRPr lang="en-US"/>
        </a:p>
      </dgm:t>
    </dgm:pt>
    <dgm:pt modelId="{ABEC4D8F-E409-4ACD-9DCA-DEB0C327DD51}">
      <dgm:prSet custT="1"/>
      <dgm:spPr/>
      <dgm:t>
        <a:bodyPr/>
        <a:lstStyle/>
        <a:p>
          <a:r>
            <a:rPr lang="fr-FR" sz="2000" kern="1200" baseline="0" dirty="0"/>
            <a:t>- 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Fiabilité : logs et historique des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builds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CEFB888F-ECD0-4966-B137-A7E820260BFB}" type="parTrans" cxnId="{2DA25F5E-68E8-4596-B407-9FB695306B69}">
      <dgm:prSet/>
      <dgm:spPr/>
      <dgm:t>
        <a:bodyPr/>
        <a:lstStyle/>
        <a:p>
          <a:endParaRPr lang="en-US"/>
        </a:p>
      </dgm:t>
    </dgm:pt>
    <dgm:pt modelId="{72C01320-9EFB-4C51-ADB0-EA55AE7AA02A}" type="sibTrans" cxnId="{2DA25F5E-68E8-4596-B407-9FB695306B69}">
      <dgm:prSet/>
      <dgm:spPr/>
      <dgm:t>
        <a:bodyPr/>
        <a:lstStyle/>
        <a:p>
          <a:endParaRPr lang="en-US"/>
        </a:p>
      </dgm:t>
    </dgm:pt>
    <dgm:pt modelId="{72FCFF57-0F2F-4A18-A1B6-16BC2D7D9700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Reproductibilité : versionné avec le code (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Jenkinsfile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)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81AA700E-E83D-470C-AC86-72871559EA5E}" type="parTrans" cxnId="{99B25BA8-9BA8-4D4F-821C-D77CA9E6B58B}">
      <dgm:prSet/>
      <dgm:spPr/>
      <dgm:t>
        <a:bodyPr/>
        <a:lstStyle/>
        <a:p>
          <a:endParaRPr lang="en-US"/>
        </a:p>
      </dgm:t>
    </dgm:pt>
    <dgm:pt modelId="{084774FD-3BDF-4CF4-B4D4-5F448C8ED55B}" type="sibTrans" cxnId="{99B25BA8-9BA8-4D4F-821C-D77CA9E6B58B}">
      <dgm:prSet/>
      <dgm:spPr/>
      <dgm:t>
        <a:bodyPr/>
        <a:lstStyle/>
        <a:p>
          <a:endParaRPr lang="en-US"/>
        </a:p>
      </dgm:t>
    </dgm:pt>
    <dgm:pt modelId="{37A3824E-23BF-4AB8-85F3-F988B522AE92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Scalabilité :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multi-branches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et multi-agents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048ED443-6D10-47D3-BBCD-E946104FE15D}" type="parTrans" cxnId="{74BD79D4-F75C-466E-99A5-D37D1E5A9F45}">
      <dgm:prSet/>
      <dgm:spPr/>
      <dgm:t>
        <a:bodyPr/>
        <a:lstStyle/>
        <a:p>
          <a:endParaRPr lang="en-US"/>
        </a:p>
      </dgm:t>
    </dgm:pt>
    <dgm:pt modelId="{40FAEE0E-4071-43E4-A919-AA3E6C6FC018}" type="sibTrans" cxnId="{74BD79D4-F75C-466E-99A5-D37D1E5A9F45}">
      <dgm:prSet/>
      <dgm:spPr/>
      <dgm:t>
        <a:bodyPr/>
        <a:lstStyle/>
        <a:p>
          <a:endParaRPr lang="en-US"/>
        </a:p>
      </dgm:t>
    </dgm:pt>
    <dgm:pt modelId="{028DD5D2-4F2E-46EB-B0B9-088FE63E862B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Qualité : intégration des tests unitaires et d’intégration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F12632D7-A5CB-4FE9-A631-BA25F0D66FC7}" type="parTrans" cxnId="{4180F608-46F6-4523-B97F-A4AB17BE8C97}">
      <dgm:prSet/>
      <dgm:spPr/>
      <dgm:t>
        <a:bodyPr/>
        <a:lstStyle/>
        <a:p>
          <a:endParaRPr lang="en-US"/>
        </a:p>
      </dgm:t>
    </dgm:pt>
    <dgm:pt modelId="{B6F8C81C-A98B-421F-A4A5-2DBE0FB42D67}" type="sibTrans" cxnId="{4180F608-46F6-4523-B97F-A4AB17BE8C97}">
      <dgm:prSet/>
      <dgm:spPr/>
      <dgm:t>
        <a:bodyPr/>
        <a:lstStyle/>
        <a:p>
          <a:endParaRPr lang="en-US"/>
        </a:p>
      </dgm:t>
    </dgm:pt>
    <dgm:pt modelId="{A5B90C04-8535-4B3E-B06A-2192A7720197}" type="pres">
      <dgm:prSet presAssocID="{49039F5E-49DB-4631-954B-604E4AF92E8F}" presName="vert0" presStyleCnt="0">
        <dgm:presLayoutVars>
          <dgm:dir/>
          <dgm:animOne val="branch"/>
          <dgm:animLvl val="lvl"/>
        </dgm:presLayoutVars>
      </dgm:prSet>
      <dgm:spPr/>
    </dgm:pt>
    <dgm:pt modelId="{BC9A8C29-42AF-437E-91EA-9D45B2372FEE}" type="pres">
      <dgm:prSet presAssocID="{B67CE2A2-0BAC-465B-A029-CEBA9F87A8B6}" presName="thickLine" presStyleLbl="alignNode1" presStyleIdx="0" presStyleCnt="5"/>
      <dgm:spPr/>
    </dgm:pt>
    <dgm:pt modelId="{BDF1E78B-55E4-4142-8572-F068483D7ABA}" type="pres">
      <dgm:prSet presAssocID="{B67CE2A2-0BAC-465B-A029-CEBA9F87A8B6}" presName="horz1" presStyleCnt="0"/>
      <dgm:spPr/>
    </dgm:pt>
    <dgm:pt modelId="{BA12C8D5-E3E1-4592-BA23-31E4F1539982}" type="pres">
      <dgm:prSet presAssocID="{B67CE2A2-0BAC-465B-A029-CEBA9F87A8B6}" presName="tx1" presStyleLbl="revTx" presStyleIdx="0" presStyleCnt="5"/>
      <dgm:spPr/>
    </dgm:pt>
    <dgm:pt modelId="{08849A0E-9967-4FDF-BF58-22F830B4C96D}" type="pres">
      <dgm:prSet presAssocID="{B67CE2A2-0BAC-465B-A029-CEBA9F87A8B6}" presName="vert1" presStyleCnt="0"/>
      <dgm:spPr/>
    </dgm:pt>
    <dgm:pt modelId="{5102DDBC-9F07-4AB2-A7BB-C9A4D192E060}" type="pres">
      <dgm:prSet presAssocID="{ABEC4D8F-E409-4ACD-9DCA-DEB0C327DD51}" presName="thickLine" presStyleLbl="alignNode1" presStyleIdx="1" presStyleCnt="5"/>
      <dgm:spPr/>
    </dgm:pt>
    <dgm:pt modelId="{6FBF99C4-41B2-4DC3-A609-3C4F9F0722C3}" type="pres">
      <dgm:prSet presAssocID="{ABEC4D8F-E409-4ACD-9DCA-DEB0C327DD51}" presName="horz1" presStyleCnt="0"/>
      <dgm:spPr/>
    </dgm:pt>
    <dgm:pt modelId="{1DC81DEC-8003-45CF-9943-F6C9014E565B}" type="pres">
      <dgm:prSet presAssocID="{ABEC4D8F-E409-4ACD-9DCA-DEB0C327DD51}" presName="tx1" presStyleLbl="revTx" presStyleIdx="1" presStyleCnt="5"/>
      <dgm:spPr/>
    </dgm:pt>
    <dgm:pt modelId="{D3539A84-A74B-4881-BE0B-08D3747232EC}" type="pres">
      <dgm:prSet presAssocID="{ABEC4D8F-E409-4ACD-9DCA-DEB0C327DD51}" presName="vert1" presStyleCnt="0"/>
      <dgm:spPr/>
    </dgm:pt>
    <dgm:pt modelId="{77109E61-F9AE-4A6E-844C-DDEFAAFC4DE3}" type="pres">
      <dgm:prSet presAssocID="{72FCFF57-0F2F-4A18-A1B6-16BC2D7D9700}" presName="thickLine" presStyleLbl="alignNode1" presStyleIdx="2" presStyleCnt="5"/>
      <dgm:spPr/>
    </dgm:pt>
    <dgm:pt modelId="{6EE9D1CD-F483-4CA9-8F02-C2ED8F729E21}" type="pres">
      <dgm:prSet presAssocID="{72FCFF57-0F2F-4A18-A1B6-16BC2D7D9700}" presName="horz1" presStyleCnt="0"/>
      <dgm:spPr/>
    </dgm:pt>
    <dgm:pt modelId="{45805FE8-3DA1-4AC8-A73F-A78EE39B3038}" type="pres">
      <dgm:prSet presAssocID="{72FCFF57-0F2F-4A18-A1B6-16BC2D7D9700}" presName="tx1" presStyleLbl="revTx" presStyleIdx="2" presStyleCnt="5"/>
      <dgm:spPr/>
    </dgm:pt>
    <dgm:pt modelId="{7F633C52-53D8-4F6D-8CE1-235BE3B03F5A}" type="pres">
      <dgm:prSet presAssocID="{72FCFF57-0F2F-4A18-A1B6-16BC2D7D9700}" presName="vert1" presStyleCnt="0"/>
      <dgm:spPr/>
    </dgm:pt>
    <dgm:pt modelId="{056A87D1-1F2D-4871-AFA2-82857CCECFD8}" type="pres">
      <dgm:prSet presAssocID="{37A3824E-23BF-4AB8-85F3-F988B522AE92}" presName="thickLine" presStyleLbl="alignNode1" presStyleIdx="3" presStyleCnt="5"/>
      <dgm:spPr/>
    </dgm:pt>
    <dgm:pt modelId="{87CD7FFF-A1BE-4673-B873-04BB56C4B7E1}" type="pres">
      <dgm:prSet presAssocID="{37A3824E-23BF-4AB8-85F3-F988B522AE92}" presName="horz1" presStyleCnt="0"/>
      <dgm:spPr/>
    </dgm:pt>
    <dgm:pt modelId="{945CB866-F343-45C1-B773-01183D544C61}" type="pres">
      <dgm:prSet presAssocID="{37A3824E-23BF-4AB8-85F3-F988B522AE92}" presName="tx1" presStyleLbl="revTx" presStyleIdx="3" presStyleCnt="5"/>
      <dgm:spPr/>
    </dgm:pt>
    <dgm:pt modelId="{1E628C22-81FD-4D70-A566-E7D4814A6565}" type="pres">
      <dgm:prSet presAssocID="{37A3824E-23BF-4AB8-85F3-F988B522AE92}" presName="vert1" presStyleCnt="0"/>
      <dgm:spPr/>
    </dgm:pt>
    <dgm:pt modelId="{2BF8C428-2893-4E74-A658-2FD845BC6C56}" type="pres">
      <dgm:prSet presAssocID="{028DD5D2-4F2E-46EB-B0B9-088FE63E862B}" presName="thickLine" presStyleLbl="alignNode1" presStyleIdx="4" presStyleCnt="5"/>
      <dgm:spPr/>
    </dgm:pt>
    <dgm:pt modelId="{4C0C900B-CEBB-4A4F-813A-1A52D3BF0932}" type="pres">
      <dgm:prSet presAssocID="{028DD5D2-4F2E-46EB-B0B9-088FE63E862B}" presName="horz1" presStyleCnt="0"/>
      <dgm:spPr/>
    </dgm:pt>
    <dgm:pt modelId="{FA015132-7C52-4CED-A036-BC1FC693510E}" type="pres">
      <dgm:prSet presAssocID="{028DD5D2-4F2E-46EB-B0B9-088FE63E862B}" presName="tx1" presStyleLbl="revTx" presStyleIdx="4" presStyleCnt="5"/>
      <dgm:spPr/>
    </dgm:pt>
    <dgm:pt modelId="{E8A54217-B438-4A05-91EB-455C03EB4E60}" type="pres">
      <dgm:prSet presAssocID="{028DD5D2-4F2E-46EB-B0B9-088FE63E862B}" presName="vert1" presStyleCnt="0"/>
      <dgm:spPr/>
    </dgm:pt>
  </dgm:ptLst>
  <dgm:cxnLst>
    <dgm:cxn modelId="{4180F608-46F6-4523-B97F-A4AB17BE8C97}" srcId="{49039F5E-49DB-4631-954B-604E4AF92E8F}" destId="{028DD5D2-4F2E-46EB-B0B9-088FE63E862B}" srcOrd="4" destOrd="0" parTransId="{F12632D7-A5CB-4FE9-A631-BA25F0D66FC7}" sibTransId="{B6F8C81C-A98B-421F-A4A5-2DBE0FB42D67}"/>
    <dgm:cxn modelId="{0BA34A19-0690-4CE2-8BD8-AABC6B0DE53D}" type="presOf" srcId="{ABEC4D8F-E409-4ACD-9DCA-DEB0C327DD51}" destId="{1DC81DEC-8003-45CF-9943-F6C9014E565B}" srcOrd="0" destOrd="0" presId="urn:microsoft.com/office/officeart/2008/layout/LinedList"/>
    <dgm:cxn modelId="{2DA25F5E-68E8-4596-B407-9FB695306B69}" srcId="{49039F5E-49DB-4631-954B-604E4AF92E8F}" destId="{ABEC4D8F-E409-4ACD-9DCA-DEB0C327DD51}" srcOrd="1" destOrd="0" parTransId="{CEFB888F-ECD0-4966-B137-A7E820260BFB}" sibTransId="{72C01320-9EFB-4C51-ADB0-EA55AE7AA02A}"/>
    <dgm:cxn modelId="{F80A1B45-59E7-4794-AF4B-0DB8D3B776C7}" type="presOf" srcId="{B67CE2A2-0BAC-465B-A029-CEBA9F87A8B6}" destId="{BA12C8D5-E3E1-4592-BA23-31E4F1539982}" srcOrd="0" destOrd="0" presId="urn:microsoft.com/office/officeart/2008/layout/LinedList"/>
    <dgm:cxn modelId="{3C743146-AF1B-45CE-89A1-FBF13E782354}" type="presOf" srcId="{49039F5E-49DB-4631-954B-604E4AF92E8F}" destId="{A5B90C04-8535-4B3E-B06A-2192A7720197}" srcOrd="0" destOrd="0" presId="urn:microsoft.com/office/officeart/2008/layout/LinedList"/>
    <dgm:cxn modelId="{0271E176-F2DD-46DC-95C3-22292730FA37}" type="presOf" srcId="{028DD5D2-4F2E-46EB-B0B9-088FE63E862B}" destId="{FA015132-7C52-4CED-A036-BC1FC693510E}" srcOrd="0" destOrd="0" presId="urn:microsoft.com/office/officeart/2008/layout/LinedList"/>
    <dgm:cxn modelId="{2729537F-2BD6-48E1-960B-6A90668404BB}" type="presOf" srcId="{72FCFF57-0F2F-4A18-A1B6-16BC2D7D9700}" destId="{45805FE8-3DA1-4AC8-A73F-A78EE39B3038}" srcOrd="0" destOrd="0" presId="urn:microsoft.com/office/officeart/2008/layout/LinedList"/>
    <dgm:cxn modelId="{99B25BA8-9BA8-4D4F-821C-D77CA9E6B58B}" srcId="{49039F5E-49DB-4631-954B-604E4AF92E8F}" destId="{72FCFF57-0F2F-4A18-A1B6-16BC2D7D9700}" srcOrd="2" destOrd="0" parTransId="{81AA700E-E83D-470C-AC86-72871559EA5E}" sibTransId="{084774FD-3BDF-4CF4-B4D4-5F448C8ED55B}"/>
    <dgm:cxn modelId="{02FFCCD2-FE91-4534-83E5-0A985AABF6CA}" srcId="{49039F5E-49DB-4631-954B-604E4AF92E8F}" destId="{B67CE2A2-0BAC-465B-A029-CEBA9F87A8B6}" srcOrd="0" destOrd="0" parTransId="{B9F4633B-7647-48A1-9E52-438AA64B1C5C}" sibTransId="{C4B9AEB8-0D67-43AE-B991-466D7E9110CD}"/>
    <dgm:cxn modelId="{74BD79D4-F75C-466E-99A5-D37D1E5A9F45}" srcId="{49039F5E-49DB-4631-954B-604E4AF92E8F}" destId="{37A3824E-23BF-4AB8-85F3-F988B522AE92}" srcOrd="3" destOrd="0" parTransId="{048ED443-6D10-47D3-BBCD-E946104FE15D}" sibTransId="{40FAEE0E-4071-43E4-A919-AA3E6C6FC018}"/>
    <dgm:cxn modelId="{622EA8DA-C75C-44FD-ADC7-0626F4CEC1AD}" type="presOf" srcId="{37A3824E-23BF-4AB8-85F3-F988B522AE92}" destId="{945CB866-F343-45C1-B773-01183D544C61}" srcOrd="0" destOrd="0" presId="urn:microsoft.com/office/officeart/2008/layout/LinedList"/>
    <dgm:cxn modelId="{32CBE272-B437-4B0F-B3C1-58598E136434}" type="presParOf" srcId="{A5B90C04-8535-4B3E-B06A-2192A7720197}" destId="{BC9A8C29-42AF-437E-91EA-9D45B2372FEE}" srcOrd="0" destOrd="0" presId="urn:microsoft.com/office/officeart/2008/layout/LinedList"/>
    <dgm:cxn modelId="{B053A3B7-349E-4D02-9C9C-1DB7341B6F8B}" type="presParOf" srcId="{A5B90C04-8535-4B3E-B06A-2192A7720197}" destId="{BDF1E78B-55E4-4142-8572-F068483D7ABA}" srcOrd="1" destOrd="0" presId="urn:microsoft.com/office/officeart/2008/layout/LinedList"/>
    <dgm:cxn modelId="{8E029B65-FAEE-4A66-B75B-460632CE4C8C}" type="presParOf" srcId="{BDF1E78B-55E4-4142-8572-F068483D7ABA}" destId="{BA12C8D5-E3E1-4592-BA23-31E4F1539982}" srcOrd="0" destOrd="0" presId="urn:microsoft.com/office/officeart/2008/layout/LinedList"/>
    <dgm:cxn modelId="{4CB5DB8D-85AD-447F-A75D-575A9D0BBFD4}" type="presParOf" srcId="{BDF1E78B-55E4-4142-8572-F068483D7ABA}" destId="{08849A0E-9967-4FDF-BF58-22F830B4C96D}" srcOrd="1" destOrd="0" presId="urn:microsoft.com/office/officeart/2008/layout/LinedList"/>
    <dgm:cxn modelId="{A0F2E24A-2F51-4BE9-B955-4C9ED1C42C0D}" type="presParOf" srcId="{A5B90C04-8535-4B3E-B06A-2192A7720197}" destId="{5102DDBC-9F07-4AB2-A7BB-C9A4D192E060}" srcOrd="2" destOrd="0" presId="urn:microsoft.com/office/officeart/2008/layout/LinedList"/>
    <dgm:cxn modelId="{1A37DB21-A02D-4389-A0B1-303703EF0E68}" type="presParOf" srcId="{A5B90C04-8535-4B3E-B06A-2192A7720197}" destId="{6FBF99C4-41B2-4DC3-A609-3C4F9F0722C3}" srcOrd="3" destOrd="0" presId="urn:microsoft.com/office/officeart/2008/layout/LinedList"/>
    <dgm:cxn modelId="{FB852F12-9EBE-44E3-BFB0-CC82C0DBA349}" type="presParOf" srcId="{6FBF99C4-41B2-4DC3-A609-3C4F9F0722C3}" destId="{1DC81DEC-8003-45CF-9943-F6C9014E565B}" srcOrd="0" destOrd="0" presId="urn:microsoft.com/office/officeart/2008/layout/LinedList"/>
    <dgm:cxn modelId="{9EE01370-BBF1-4778-964E-CCCA95B9E5FC}" type="presParOf" srcId="{6FBF99C4-41B2-4DC3-A609-3C4F9F0722C3}" destId="{D3539A84-A74B-4881-BE0B-08D3747232EC}" srcOrd="1" destOrd="0" presId="urn:microsoft.com/office/officeart/2008/layout/LinedList"/>
    <dgm:cxn modelId="{ECCBE6E8-4CC4-4718-A456-E9D69A8BB6A7}" type="presParOf" srcId="{A5B90C04-8535-4B3E-B06A-2192A7720197}" destId="{77109E61-F9AE-4A6E-844C-DDEFAAFC4DE3}" srcOrd="4" destOrd="0" presId="urn:microsoft.com/office/officeart/2008/layout/LinedList"/>
    <dgm:cxn modelId="{FCFD2F03-0127-49FE-B76B-3DAFAA18E03B}" type="presParOf" srcId="{A5B90C04-8535-4B3E-B06A-2192A7720197}" destId="{6EE9D1CD-F483-4CA9-8F02-C2ED8F729E21}" srcOrd="5" destOrd="0" presId="urn:microsoft.com/office/officeart/2008/layout/LinedList"/>
    <dgm:cxn modelId="{788A8BE2-9475-4DC6-BB41-A59BFAB04CC9}" type="presParOf" srcId="{6EE9D1CD-F483-4CA9-8F02-C2ED8F729E21}" destId="{45805FE8-3DA1-4AC8-A73F-A78EE39B3038}" srcOrd="0" destOrd="0" presId="urn:microsoft.com/office/officeart/2008/layout/LinedList"/>
    <dgm:cxn modelId="{7D711A2E-A031-4EA6-93B4-1A97A525FECA}" type="presParOf" srcId="{6EE9D1CD-F483-4CA9-8F02-C2ED8F729E21}" destId="{7F633C52-53D8-4F6D-8CE1-235BE3B03F5A}" srcOrd="1" destOrd="0" presId="urn:microsoft.com/office/officeart/2008/layout/LinedList"/>
    <dgm:cxn modelId="{127CA9E9-86A7-4709-8FF1-D033465CC2EF}" type="presParOf" srcId="{A5B90C04-8535-4B3E-B06A-2192A7720197}" destId="{056A87D1-1F2D-4871-AFA2-82857CCECFD8}" srcOrd="6" destOrd="0" presId="urn:microsoft.com/office/officeart/2008/layout/LinedList"/>
    <dgm:cxn modelId="{8470EED2-B94F-419C-BA74-AA1BE4C68B5C}" type="presParOf" srcId="{A5B90C04-8535-4B3E-B06A-2192A7720197}" destId="{87CD7FFF-A1BE-4673-B873-04BB56C4B7E1}" srcOrd="7" destOrd="0" presId="urn:microsoft.com/office/officeart/2008/layout/LinedList"/>
    <dgm:cxn modelId="{1EDF19EB-B078-4C5D-93FE-E59EED0239EC}" type="presParOf" srcId="{87CD7FFF-A1BE-4673-B873-04BB56C4B7E1}" destId="{945CB866-F343-45C1-B773-01183D544C61}" srcOrd="0" destOrd="0" presId="urn:microsoft.com/office/officeart/2008/layout/LinedList"/>
    <dgm:cxn modelId="{8BC9B59E-77E2-46E9-A0D3-1090314C3E5A}" type="presParOf" srcId="{87CD7FFF-A1BE-4673-B873-04BB56C4B7E1}" destId="{1E628C22-81FD-4D70-A566-E7D4814A6565}" srcOrd="1" destOrd="0" presId="urn:microsoft.com/office/officeart/2008/layout/LinedList"/>
    <dgm:cxn modelId="{98B812A2-980E-4501-A000-E291F5C71AF2}" type="presParOf" srcId="{A5B90C04-8535-4B3E-B06A-2192A7720197}" destId="{2BF8C428-2893-4E74-A658-2FD845BC6C56}" srcOrd="8" destOrd="0" presId="urn:microsoft.com/office/officeart/2008/layout/LinedList"/>
    <dgm:cxn modelId="{7E0E267C-C9F9-484D-A684-675E2BBB63E4}" type="presParOf" srcId="{A5B90C04-8535-4B3E-B06A-2192A7720197}" destId="{4C0C900B-CEBB-4A4F-813A-1A52D3BF0932}" srcOrd="9" destOrd="0" presId="urn:microsoft.com/office/officeart/2008/layout/LinedList"/>
    <dgm:cxn modelId="{D2682B40-32E4-4794-B7BE-51EB2887A6C7}" type="presParOf" srcId="{4C0C900B-CEBB-4A4F-813A-1A52D3BF0932}" destId="{FA015132-7C52-4CED-A036-BC1FC693510E}" srcOrd="0" destOrd="0" presId="urn:microsoft.com/office/officeart/2008/layout/LinedList"/>
    <dgm:cxn modelId="{FC292ED4-75FC-483E-B11A-532BAA30C24D}" type="presParOf" srcId="{4C0C900B-CEBB-4A4F-813A-1A52D3BF0932}" destId="{E8A54217-B438-4A05-91EB-455C03EB4E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BA8CF3-D10A-4247-84F7-B1D389FA21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837668-7244-46CE-B2A2-EB1ADC01B5CB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Développement d’applications Java avec Maven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62052AAE-C8B6-47D0-9A0E-8879CFFCAB99}" type="parTrans" cxnId="{AB869EDE-34BD-4539-90CD-CF8F33A9BE94}">
      <dgm:prSet/>
      <dgm:spPr/>
      <dgm:t>
        <a:bodyPr/>
        <a:lstStyle/>
        <a:p>
          <a:endParaRPr lang="en-US"/>
        </a:p>
      </dgm:t>
    </dgm:pt>
    <dgm:pt modelId="{0B6BEEBB-6E33-47E4-86E7-D25A58FD60AB}" type="sibTrans" cxnId="{AB869EDE-34BD-4539-90CD-CF8F33A9BE94}">
      <dgm:prSet/>
      <dgm:spPr/>
      <dgm:t>
        <a:bodyPr/>
        <a:lstStyle/>
        <a:p>
          <a:endParaRPr lang="en-US"/>
        </a:p>
      </dgm:t>
    </dgm:pt>
    <dgm:pt modelId="{6C345A5B-F5FA-4F96-A690-E54153354DFC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Déploiement d’APIs REST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D6D5039A-E1A6-4672-903F-FA1B7A778831}" type="parTrans" cxnId="{7766990B-600C-4D79-988B-069A6B65ED95}">
      <dgm:prSet/>
      <dgm:spPr/>
      <dgm:t>
        <a:bodyPr/>
        <a:lstStyle/>
        <a:p>
          <a:endParaRPr lang="en-US"/>
        </a:p>
      </dgm:t>
    </dgm:pt>
    <dgm:pt modelId="{B31CE340-71D6-4C91-AB75-63B7BB2D799E}" type="sibTrans" cxnId="{7766990B-600C-4D79-988B-069A6B65ED95}">
      <dgm:prSet/>
      <dgm:spPr/>
      <dgm:t>
        <a:bodyPr/>
        <a:lstStyle/>
        <a:p>
          <a:endParaRPr lang="en-US"/>
        </a:p>
      </dgm:t>
    </dgm:pt>
    <dgm:pt modelId="{D58DA752-BF69-4938-B56F-FFB2C704244D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Microservices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Docker/Kubernetes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6FDD15C5-7C90-4463-883E-4D9B0C442DA6}" type="parTrans" cxnId="{F75E0A27-34DD-49B6-A38B-9A07F2F87181}">
      <dgm:prSet/>
      <dgm:spPr/>
      <dgm:t>
        <a:bodyPr/>
        <a:lstStyle/>
        <a:p>
          <a:endParaRPr lang="en-US"/>
        </a:p>
      </dgm:t>
    </dgm:pt>
    <dgm:pt modelId="{084B76BE-10F7-45D8-81A6-7FC078A15479}" type="sibTrans" cxnId="{F75E0A27-34DD-49B6-A38B-9A07F2F87181}">
      <dgm:prSet/>
      <dgm:spPr/>
      <dgm:t>
        <a:bodyPr/>
        <a:lstStyle/>
        <a:p>
          <a:endParaRPr lang="en-US"/>
        </a:p>
      </dgm:t>
    </dgm:pt>
    <dgm:pt modelId="{4776891B-1794-4364-8005-CF364ECB5C26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Projets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multi-branches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avec validations automatisées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F538CAFD-5280-481B-A6C1-65F053A6C88E}" type="parTrans" cxnId="{4C64EC98-3A52-4BFC-923C-8EB22BE76385}">
      <dgm:prSet/>
      <dgm:spPr/>
      <dgm:t>
        <a:bodyPr/>
        <a:lstStyle/>
        <a:p>
          <a:endParaRPr lang="en-US"/>
        </a:p>
      </dgm:t>
    </dgm:pt>
    <dgm:pt modelId="{2965CC35-0A7F-4625-AA90-AD9F1A79E3C1}" type="sibTrans" cxnId="{4C64EC98-3A52-4BFC-923C-8EB22BE76385}">
      <dgm:prSet/>
      <dgm:spPr/>
      <dgm:t>
        <a:bodyPr/>
        <a:lstStyle/>
        <a:p>
          <a:endParaRPr lang="en-US"/>
        </a:p>
      </dgm:t>
    </dgm:pt>
    <dgm:pt modelId="{F71EE437-F51E-490B-8D96-39BB9432E8A6}">
      <dgm:prSet custT="1"/>
      <dgm:spPr/>
      <dgm:t>
        <a:bodyPr/>
        <a:lstStyle/>
        <a:p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Automation des tests unitaires et performance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97656B2A-E9C3-4DAA-B476-B06419812E46}" type="parTrans" cxnId="{49B5CAEC-7466-43D5-8F9C-B65EC5EF5548}">
      <dgm:prSet/>
      <dgm:spPr/>
      <dgm:t>
        <a:bodyPr/>
        <a:lstStyle/>
        <a:p>
          <a:endParaRPr lang="en-US"/>
        </a:p>
      </dgm:t>
    </dgm:pt>
    <dgm:pt modelId="{80A72094-E6FD-4577-848C-ACD256E221E0}" type="sibTrans" cxnId="{49B5CAEC-7466-43D5-8F9C-B65EC5EF5548}">
      <dgm:prSet/>
      <dgm:spPr/>
      <dgm:t>
        <a:bodyPr/>
        <a:lstStyle/>
        <a:p>
          <a:endParaRPr lang="en-US"/>
        </a:p>
      </dgm:t>
    </dgm:pt>
    <dgm:pt modelId="{1C6B7C38-3368-4F8D-AAE9-25FE8C50F071}" type="pres">
      <dgm:prSet presAssocID="{BFBA8CF3-D10A-4247-84F7-B1D389FA210B}" presName="vert0" presStyleCnt="0">
        <dgm:presLayoutVars>
          <dgm:dir/>
          <dgm:animOne val="branch"/>
          <dgm:animLvl val="lvl"/>
        </dgm:presLayoutVars>
      </dgm:prSet>
      <dgm:spPr/>
    </dgm:pt>
    <dgm:pt modelId="{3E0C3B1C-39CE-4F84-B8E9-5073E776665A}" type="pres">
      <dgm:prSet presAssocID="{76837668-7244-46CE-B2A2-EB1ADC01B5CB}" presName="thickLine" presStyleLbl="alignNode1" presStyleIdx="0" presStyleCnt="5"/>
      <dgm:spPr/>
    </dgm:pt>
    <dgm:pt modelId="{E3B591ED-610B-4BCC-AC27-4A5EE3EE08F0}" type="pres">
      <dgm:prSet presAssocID="{76837668-7244-46CE-B2A2-EB1ADC01B5CB}" presName="horz1" presStyleCnt="0"/>
      <dgm:spPr/>
    </dgm:pt>
    <dgm:pt modelId="{87FEFF50-15D7-4B57-9905-83B19851F4B3}" type="pres">
      <dgm:prSet presAssocID="{76837668-7244-46CE-B2A2-EB1ADC01B5CB}" presName="tx1" presStyleLbl="revTx" presStyleIdx="0" presStyleCnt="5"/>
      <dgm:spPr/>
    </dgm:pt>
    <dgm:pt modelId="{1CF87DD4-84F9-499C-8339-E0C3A2EF56ED}" type="pres">
      <dgm:prSet presAssocID="{76837668-7244-46CE-B2A2-EB1ADC01B5CB}" presName="vert1" presStyleCnt="0"/>
      <dgm:spPr/>
    </dgm:pt>
    <dgm:pt modelId="{D6600820-C583-4E4B-8D84-C833CE7487AD}" type="pres">
      <dgm:prSet presAssocID="{6C345A5B-F5FA-4F96-A690-E54153354DFC}" presName="thickLine" presStyleLbl="alignNode1" presStyleIdx="1" presStyleCnt="5"/>
      <dgm:spPr/>
    </dgm:pt>
    <dgm:pt modelId="{F2CE85FE-547C-4EAC-8FFF-52DEA89A8E3B}" type="pres">
      <dgm:prSet presAssocID="{6C345A5B-F5FA-4F96-A690-E54153354DFC}" presName="horz1" presStyleCnt="0"/>
      <dgm:spPr/>
    </dgm:pt>
    <dgm:pt modelId="{C764C025-BD7E-42A8-82D8-1859F3B104D7}" type="pres">
      <dgm:prSet presAssocID="{6C345A5B-F5FA-4F96-A690-E54153354DFC}" presName="tx1" presStyleLbl="revTx" presStyleIdx="1" presStyleCnt="5"/>
      <dgm:spPr/>
    </dgm:pt>
    <dgm:pt modelId="{120C68B1-59F6-4AEA-BF8D-E46090833EBC}" type="pres">
      <dgm:prSet presAssocID="{6C345A5B-F5FA-4F96-A690-E54153354DFC}" presName="vert1" presStyleCnt="0"/>
      <dgm:spPr/>
    </dgm:pt>
    <dgm:pt modelId="{150C24E9-CA1A-4B39-B40E-C60A47FB7FA4}" type="pres">
      <dgm:prSet presAssocID="{D58DA752-BF69-4938-B56F-FFB2C704244D}" presName="thickLine" presStyleLbl="alignNode1" presStyleIdx="2" presStyleCnt="5"/>
      <dgm:spPr/>
    </dgm:pt>
    <dgm:pt modelId="{60806A30-645A-44FB-B2D1-A13F21D8D11F}" type="pres">
      <dgm:prSet presAssocID="{D58DA752-BF69-4938-B56F-FFB2C704244D}" presName="horz1" presStyleCnt="0"/>
      <dgm:spPr/>
    </dgm:pt>
    <dgm:pt modelId="{1F90363A-B6F0-48A1-BC0E-B622E5E61B98}" type="pres">
      <dgm:prSet presAssocID="{D58DA752-BF69-4938-B56F-FFB2C704244D}" presName="tx1" presStyleLbl="revTx" presStyleIdx="2" presStyleCnt="5"/>
      <dgm:spPr/>
    </dgm:pt>
    <dgm:pt modelId="{D2A09E63-B52D-4F0D-89E7-1518A5514684}" type="pres">
      <dgm:prSet presAssocID="{D58DA752-BF69-4938-B56F-FFB2C704244D}" presName="vert1" presStyleCnt="0"/>
      <dgm:spPr/>
    </dgm:pt>
    <dgm:pt modelId="{F67485BB-4B19-4B3C-9F75-8E0B45E1A388}" type="pres">
      <dgm:prSet presAssocID="{4776891B-1794-4364-8005-CF364ECB5C26}" presName="thickLine" presStyleLbl="alignNode1" presStyleIdx="3" presStyleCnt="5"/>
      <dgm:spPr/>
    </dgm:pt>
    <dgm:pt modelId="{1DE4F5EE-AA1E-4637-B5B7-AE833B22110A}" type="pres">
      <dgm:prSet presAssocID="{4776891B-1794-4364-8005-CF364ECB5C26}" presName="horz1" presStyleCnt="0"/>
      <dgm:spPr/>
    </dgm:pt>
    <dgm:pt modelId="{B7F6C71E-C962-4ACB-81E5-6306265E46DE}" type="pres">
      <dgm:prSet presAssocID="{4776891B-1794-4364-8005-CF364ECB5C26}" presName="tx1" presStyleLbl="revTx" presStyleIdx="3" presStyleCnt="5"/>
      <dgm:spPr/>
    </dgm:pt>
    <dgm:pt modelId="{52FBAB3D-3968-4C10-9D26-6F69321BB26E}" type="pres">
      <dgm:prSet presAssocID="{4776891B-1794-4364-8005-CF364ECB5C26}" presName="vert1" presStyleCnt="0"/>
      <dgm:spPr/>
    </dgm:pt>
    <dgm:pt modelId="{C37AD882-2DC8-4251-98F6-37F9CB2BB319}" type="pres">
      <dgm:prSet presAssocID="{F71EE437-F51E-490B-8D96-39BB9432E8A6}" presName="thickLine" presStyleLbl="alignNode1" presStyleIdx="4" presStyleCnt="5"/>
      <dgm:spPr/>
    </dgm:pt>
    <dgm:pt modelId="{353C0EBB-FDF4-42E6-94CC-000EE62EBC3B}" type="pres">
      <dgm:prSet presAssocID="{F71EE437-F51E-490B-8D96-39BB9432E8A6}" presName="horz1" presStyleCnt="0"/>
      <dgm:spPr/>
    </dgm:pt>
    <dgm:pt modelId="{669DBE27-31D6-400B-82AD-6EE3F8E96720}" type="pres">
      <dgm:prSet presAssocID="{F71EE437-F51E-490B-8D96-39BB9432E8A6}" presName="tx1" presStyleLbl="revTx" presStyleIdx="4" presStyleCnt="5"/>
      <dgm:spPr/>
    </dgm:pt>
    <dgm:pt modelId="{08DC06F4-B0A4-4417-93F3-F57EEEC7D239}" type="pres">
      <dgm:prSet presAssocID="{F71EE437-F51E-490B-8D96-39BB9432E8A6}" presName="vert1" presStyleCnt="0"/>
      <dgm:spPr/>
    </dgm:pt>
  </dgm:ptLst>
  <dgm:cxnLst>
    <dgm:cxn modelId="{7766990B-600C-4D79-988B-069A6B65ED95}" srcId="{BFBA8CF3-D10A-4247-84F7-B1D389FA210B}" destId="{6C345A5B-F5FA-4F96-A690-E54153354DFC}" srcOrd="1" destOrd="0" parTransId="{D6D5039A-E1A6-4672-903F-FA1B7A778831}" sibTransId="{B31CE340-71D6-4C91-AB75-63B7BB2D799E}"/>
    <dgm:cxn modelId="{F75E0A27-34DD-49B6-A38B-9A07F2F87181}" srcId="{BFBA8CF3-D10A-4247-84F7-B1D389FA210B}" destId="{D58DA752-BF69-4938-B56F-FFB2C704244D}" srcOrd="2" destOrd="0" parTransId="{6FDD15C5-7C90-4463-883E-4D9B0C442DA6}" sibTransId="{084B76BE-10F7-45D8-81A6-7FC078A15479}"/>
    <dgm:cxn modelId="{6207732C-3481-4401-B1E2-AAA743CFC7ED}" type="presOf" srcId="{6C345A5B-F5FA-4F96-A690-E54153354DFC}" destId="{C764C025-BD7E-42A8-82D8-1859F3B104D7}" srcOrd="0" destOrd="0" presId="urn:microsoft.com/office/officeart/2008/layout/LinedList"/>
    <dgm:cxn modelId="{A46C2932-CED1-4684-96FD-3752E3768075}" type="presOf" srcId="{BFBA8CF3-D10A-4247-84F7-B1D389FA210B}" destId="{1C6B7C38-3368-4F8D-AAE9-25FE8C50F071}" srcOrd="0" destOrd="0" presId="urn:microsoft.com/office/officeart/2008/layout/LinedList"/>
    <dgm:cxn modelId="{06EA6238-2487-41D9-A911-C9FD0CF86640}" type="presOf" srcId="{4776891B-1794-4364-8005-CF364ECB5C26}" destId="{B7F6C71E-C962-4ACB-81E5-6306265E46DE}" srcOrd="0" destOrd="0" presId="urn:microsoft.com/office/officeart/2008/layout/LinedList"/>
    <dgm:cxn modelId="{CAEBA065-E696-4128-984C-1CA77B2F7631}" type="presOf" srcId="{F71EE437-F51E-490B-8D96-39BB9432E8A6}" destId="{669DBE27-31D6-400B-82AD-6EE3F8E96720}" srcOrd="0" destOrd="0" presId="urn:microsoft.com/office/officeart/2008/layout/LinedList"/>
    <dgm:cxn modelId="{8D9DC37F-2F98-4A85-890A-8D0F47468A08}" type="presOf" srcId="{76837668-7244-46CE-B2A2-EB1ADC01B5CB}" destId="{87FEFF50-15D7-4B57-9905-83B19851F4B3}" srcOrd="0" destOrd="0" presId="urn:microsoft.com/office/officeart/2008/layout/LinedList"/>
    <dgm:cxn modelId="{03E6ED91-6AED-4FFD-A6F2-ACC95C42000D}" type="presOf" srcId="{D58DA752-BF69-4938-B56F-FFB2C704244D}" destId="{1F90363A-B6F0-48A1-BC0E-B622E5E61B98}" srcOrd="0" destOrd="0" presId="urn:microsoft.com/office/officeart/2008/layout/LinedList"/>
    <dgm:cxn modelId="{4C64EC98-3A52-4BFC-923C-8EB22BE76385}" srcId="{BFBA8CF3-D10A-4247-84F7-B1D389FA210B}" destId="{4776891B-1794-4364-8005-CF364ECB5C26}" srcOrd="3" destOrd="0" parTransId="{F538CAFD-5280-481B-A6C1-65F053A6C88E}" sibTransId="{2965CC35-0A7F-4625-AA90-AD9F1A79E3C1}"/>
    <dgm:cxn modelId="{AB869EDE-34BD-4539-90CD-CF8F33A9BE94}" srcId="{BFBA8CF3-D10A-4247-84F7-B1D389FA210B}" destId="{76837668-7244-46CE-B2A2-EB1ADC01B5CB}" srcOrd="0" destOrd="0" parTransId="{62052AAE-C8B6-47D0-9A0E-8879CFFCAB99}" sibTransId="{0B6BEEBB-6E33-47E4-86E7-D25A58FD60AB}"/>
    <dgm:cxn modelId="{49B5CAEC-7466-43D5-8F9C-B65EC5EF5548}" srcId="{BFBA8CF3-D10A-4247-84F7-B1D389FA210B}" destId="{F71EE437-F51E-490B-8D96-39BB9432E8A6}" srcOrd="4" destOrd="0" parTransId="{97656B2A-E9C3-4DAA-B476-B06419812E46}" sibTransId="{80A72094-E6FD-4577-848C-ACD256E221E0}"/>
    <dgm:cxn modelId="{4A08B27C-18A6-4B7D-86DE-E9D171A439CF}" type="presParOf" srcId="{1C6B7C38-3368-4F8D-AAE9-25FE8C50F071}" destId="{3E0C3B1C-39CE-4F84-B8E9-5073E776665A}" srcOrd="0" destOrd="0" presId="urn:microsoft.com/office/officeart/2008/layout/LinedList"/>
    <dgm:cxn modelId="{1DF492CD-F738-48EA-9D9B-F0BC0D370424}" type="presParOf" srcId="{1C6B7C38-3368-4F8D-AAE9-25FE8C50F071}" destId="{E3B591ED-610B-4BCC-AC27-4A5EE3EE08F0}" srcOrd="1" destOrd="0" presId="urn:microsoft.com/office/officeart/2008/layout/LinedList"/>
    <dgm:cxn modelId="{DAB5D3B0-34F1-4034-860A-D3D37CAA8152}" type="presParOf" srcId="{E3B591ED-610B-4BCC-AC27-4A5EE3EE08F0}" destId="{87FEFF50-15D7-4B57-9905-83B19851F4B3}" srcOrd="0" destOrd="0" presId="urn:microsoft.com/office/officeart/2008/layout/LinedList"/>
    <dgm:cxn modelId="{471FA7A3-B538-4E28-964B-417194B25385}" type="presParOf" srcId="{E3B591ED-610B-4BCC-AC27-4A5EE3EE08F0}" destId="{1CF87DD4-84F9-499C-8339-E0C3A2EF56ED}" srcOrd="1" destOrd="0" presId="urn:microsoft.com/office/officeart/2008/layout/LinedList"/>
    <dgm:cxn modelId="{8DC5976C-60CE-4266-BFD8-5B3FAEA7BAFC}" type="presParOf" srcId="{1C6B7C38-3368-4F8D-AAE9-25FE8C50F071}" destId="{D6600820-C583-4E4B-8D84-C833CE7487AD}" srcOrd="2" destOrd="0" presId="urn:microsoft.com/office/officeart/2008/layout/LinedList"/>
    <dgm:cxn modelId="{C7049FD1-26CB-45BE-A476-F01CE1A52964}" type="presParOf" srcId="{1C6B7C38-3368-4F8D-AAE9-25FE8C50F071}" destId="{F2CE85FE-547C-4EAC-8FFF-52DEA89A8E3B}" srcOrd="3" destOrd="0" presId="urn:microsoft.com/office/officeart/2008/layout/LinedList"/>
    <dgm:cxn modelId="{9F681028-C696-4A89-80B5-D29357E4AFC9}" type="presParOf" srcId="{F2CE85FE-547C-4EAC-8FFF-52DEA89A8E3B}" destId="{C764C025-BD7E-42A8-82D8-1859F3B104D7}" srcOrd="0" destOrd="0" presId="urn:microsoft.com/office/officeart/2008/layout/LinedList"/>
    <dgm:cxn modelId="{270D49B0-787D-417E-8816-AE82E19A337D}" type="presParOf" srcId="{F2CE85FE-547C-4EAC-8FFF-52DEA89A8E3B}" destId="{120C68B1-59F6-4AEA-BF8D-E46090833EBC}" srcOrd="1" destOrd="0" presId="urn:microsoft.com/office/officeart/2008/layout/LinedList"/>
    <dgm:cxn modelId="{E7B5B8D1-40DF-4F18-BC00-F5F85370C9E4}" type="presParOf" srcId="{1C6B7C38-3368-4F8D-AAE9-25FE8C50F071}" destId="{150C24E9-CA1A-4B39-B40E-C60A47FB7FA4}" srcOrd="4" destOrd="0" presId="urn:microsoft.com/office/officeart/2008/layout/LinedList"/>
    <dgm:cxn modelId="{16A7F67C-F72A-428B-A21D-6493DFA7DBA3}" type="presParOf" srcId="{1C6B7C38-3368-4F8D-AAE9-25FE8C50F071}" destId="{60806A30-645A-44FB-B2D1-A13F21D8D11F}" srcOrd="5" destOrd="0" presId="urn:microsoft.com/office/officeart/2008/layout/LinedList"/>
    <dgm:cxn modelId="{5C357FE9-D294-4926-9FC8-5418955E9865}" type="presParOf" srcId="{60806A30-645A-44FB-B2D1-A13F21D8D11F}" destId="{1F90363A-B6F0-48A1-BC0E-B622E5E61B98}" srcOrd="0" destOrd="0" presId="urn:microsoft.com/office/officeart/2008/layout/LinedList"/>
    <dgm:cxn modelId="{F70B3097-FDE1-47DD-B169-49AA6AA67CE0}" type="presParOf" srcId="{60806A30-645A-44FB-B2D1-A13F21D8D11F}" destId="{D2A09E63-B52D-4F0D-89E7-1518A5514684}" srcOrd="1" destOrd="0" presId="urn:microsoft.com/office/officeart/2008/layout/LinedList"/>
    <dgm:cxn modelId="{4A745AE2-DAD5-4B16-909E-F1030AFFDBEC}" type="presParOf" srcId="{1C6B7C38-3368-4F8D-AAE9-25FE8C50F071}" destId="{F67485BB-4B19-4B3C-9F75-8E0B45E1A388}" srcOrd="6" destOrd="0" presId="urn:microsoft.com/office/officeart/2008/layout/LinedList"/>
    <dgm:cxn modelId="{E93589BC-F6D4-45F0-9FC1-471DF41130A4}" type="presParOf" srcId="{1C6B7C38-3368-4F8D-AAE9-25FE8C50F071}" destId="{1DE4F5EE-AA1E-4637-B5B7-AE833B22110A}" srcOrd="7" destOrd="0" presId="urn:microsoft.com/office/officeart/2008/layout/LinedList"/>
    <dgm:cxn modelId="{722D7583-BA9E-4DEE-AE58-11DDD5314E14}" type="presParOf" srcId="{1DE4F5EE-AA1E-4637-B5B7-AE833B22110A}" destId="{B7F6C71E-C962-4ACB-81E5-6306265E46DE}" srcOrd="0" destOrd="0" presId="urn:microsoft.com/office/officeart/2008/layout/LinedList"/>
    <dgm:cxn modelId="{2F9038AA-E9CB-4BDD-9516-FF5C48CD1C9E}" type="presParOf" srcId="{1DE4F5EE-AA1E-4637-B5B7-AE833B22110A}" destId="{52FBAB3D-3968-4C10-9D26-6F69321BB26E}" srcOrd="1" destOrd="0" presId="urn:microsoft.com/office/officeart/2008/layout/LinedList"/>
    <dgm:cxn modelId="{8CC96DE8-C64C-4FFF-BC63-FF76D4D02CAC}" type="presParOf" srcId="{1C6B7C38-3368-4F8D-AAE9-25FE8C50F071}" destId="{C37AD882-2DC8-4251-98F6-37F9CB2BB319}" srcOrd="8" destOrd="0" presId="urn:microsoft.com/office/officeart/2008/layout/LinedList"/>
    <dgm:cxn modelId="{1D53E3F4-C91E-429E-8262-984DB4325DDE}" type="presParOf" srcId="{1C6B7C38-3368-4F8D-AAE9-25FE8C50F071}" destId="{353C0EBB-FDF4-42E6-94CC-000EE62EBC3B}" srcOrd="9" destOrd="0" presId="urn:microsoft.com/office/officeart/2008/layout/LinedList"/>
    <dgm:cxn modelId="{C45C64F4-EDD6-4083-9714-C58C48C7AF69}" type="presParOf" srcId="{353C0EBB-FDF4-42E6-94CC-000EE62EBC3B}" destId="{669DBE27-31D6-400B-82AD-6EE3F8E96720}" srcOrd="0" destOrd="0" presId="urn:microsoft.com/office/officeart/2008/layout/LinedList"/>
    <dgm:cxn modelId="{4267FE56-1596-4F9C-9A05-FBEA15F24D2E}" type="presParOf" srcId="{353C0EBB-FDF4-42E6-94CC-000EE62EBC3B}" destId="{08DC06F4-B0A4-4417-93F3-F57EEEC7D2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0BA860-2484-4CC4-B14B-1D938C02D89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301DE1-E982-4921-B9C2-5B354B4385FE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Jenkins utilise Groovy pour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définir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pipelines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BAC24DDE-E948-4349-BE71-23D4373EFD67}" type="parTrans" cxnId="{B286455F-F20E-448B-88C7-320F7E1F16A0}">
      <dgm:prSet/>
      <dgm:spPr/>
      <dgm:t>
        <a:bodyPr/>
        <a:lstStyle/>
        <a:p>
          <a:endParaRPr lang="en-US"/>
        </a:p>
      </dgm:t>
    </dgm:pt>
    <dgm:pt modelId="{7F6A3A5D-4E78-4805-B906-5AA7FAA26E73}" type="sibTrans" cxnId="{B286455F-F20E-448B-88C7-320F7E1F16A0}">
      <dgm:prSet/>
      <dgm:spPr/>
      <dgm:t>
        <a:bodyPr/>
        <a:lstStyle/>
        <a:p>
          <a:endParaRPr lang="en-US"/>
        </a:p>
      </dgm:t>
    </dgm:pt>
    <dgm:pt modelId="{C0B3EF90-12AE-4FD0-BA0E-05FEE6AE6930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DSL Jenkins = Domain Specific Language pour pipelines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DA514064-0B78-4BD8-A8D9-F4F2BDBB3C19}" type="parTrans" cxnId="{B66C3935-780B-4555-9525-F69EBCC29B90}">
      <dgm:prSet/>
      <dgm:spPr/>
      <dgm:t>
        <a:bodyPr/>
        <a:lstStyle/>
        <a:p>
          <a:endParaRPr lang="en-US"/>
        </a:p>
      </dgm:t>
    </dgm:pt>
    <dgm:pt modelId="{F9F36450-6B73-4E79-A57C-40F048FA3611}" type="sibTrans" cxnId="{B66C3935-780B-4555-9525-F69EBCC29B90}">
      <dgm:prSet/>
      <dgm:spPr/>
      <dgm:t>
        <a:bodyPr/>
        <a:lstStyle/>
        <a:p>
          <a:endParaRPr lang="en-US"/>
        </a:p>
      </dgm:t>
    </dgm:pt>
    <dgm:pt modelId="{6E771B0D-9C1F-49FE-A8C7-D719DFD9C806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Deux syntaxes possibles :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8B44CD34-632F-486F-A8C9-CEBAA2A3145F}" type="parTrans" cxnId="{3CED35B5-E68D-4173-9EA8-FD8FF4319665}">
      <dgm:prSet/>
      <dgm:spPr/>
      <dgm:t>
        <a:bodyPr/>
        <a:lstStyle/>
        <a:p>
          <a:endParaRPr lang="en-US"/>
        </a:p>
      </dgm:t>
    </dgm:pt>
    <dgm:pt modelId="{467F0313-BE6B-45C6-9D98-0A09BC9A9FE5}" type="sibTrans" cxnId="{3CED35B5-E68D-4173-9EA8-FD8FF4319665}">
      <dgm:prSet/>
      <dgm:spPr/>
      <dgm:t>
        <a:bodyPr/>
        <a:lstStyle/>
        <a:p>
          <a:endParaRPr lang="en-US"/>
        </a:p>
      </dgm:t>
    </dgm:pt>
    <dgm:pt modelId="{E23DC62C-5F13-42C5-9B9A-54F184ED36D8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	- Declarative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246500A8-D9F7-4B5D-A5E3-C0791497F8DE}" type="parTrans" cxnId="{BB868E5A-877B-4D95-800E-65116B114AC7}">
      <dgm:prSet/>
      <dgm:spPr/>
      <dgm:t>
        <a:bodyPr/>
        <a:lstStyle/>
        <a:p>
          <a:endParaRPr lang="en-US"/>
        </a:p>
      </dgm:t>
    </dgm:pt>
    <dgm:pt modelId="{DBBE03B0-0D26-4372-8FD2-3ECA62230E8B}" type="sibTrans" cxnId="{BB868E5A-877B-4D95-800E-65116B114AC7}">
      <dgm:prSet/>
      <dgm:spPr/>
      <dgm:t>
        <a:bodyPr/>
        <a:lstStyle/>
        <a:p>
          <a:endParaRPr lang="en-US"/>
        </a:p>
      </dgm:t>
    </dgm:pt>
    <dgm:pt modelId="{5BF7BBED-FAAA-46DC-83B2-FF29338AB4B1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	- Scripted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504F1B93-ADBE-4D69-8C97-AE25A52DD456}" type="parTrans" cxnId="{2DB51DEE-B944-4AC8-A49F-DF96C09555E3}">
      <dgm:prSet/>
      <dgm:spPr/>
      <dgm:t>
        <a:bodyPr/>
        <a:lstStyle/>
        <a:p>
          <a:endParaRPr lang="en-US"/>
        </a:p>
      </dgm:t>
    </dgm:pt>
    <dgm:pt modelId="{0E683A52-AF50-45B4-AA51-E74A4A5DB2C8}" type="sibTrans" cxnId="{2DB51DEE-B944-4AC8-A49F-DF96C09555E3}">
      <dgm:prSet/>
      <dgm:spPr/>
      <dgm:t>
        <a:bodyPr/>
        <a:lstStyle/>
        <a:p>
          <a:endParaRPr lang="en-US"/>
        </a:p>
      </dgm:t>
    </dgm:pt>
    <dgm:pt modelId="{547F87A1-417A-4FA4-AC8D-7A3E4A37B363}">
      <dgm:prSet custT="1"/>
      <dgm:spPr/>
      <dgm:t>
        <a:bodyPr/>
        <a:lstStyle/>
        <a:p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Exemple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Groovy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basique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: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A2921415-AB6A-4160-8A0F-80B39A788854}" type="parTrans" cxnId="{86F9FC0B-2E05-4476-82CD-E456AD902728}">
      <dgm:prSet/>
      <dgm:spPr/>
      <dgm:t>
        <a:bodyPr/>
        <a:lstStyle/>
        <a:p>
          <a:endParaRPr lang="en-US"/>
        </a:p>
      </dgm:t>
    </dgm:pt>
    <dgm:pt modelId="{2CF9D3A1-2C31-4E0C-9BA3-DD3E8BA4849E}" type="sibTrans" cxnId="{86F9FC0B-2E05-4476-82CD-E456AD902728}">
      <dgm:prSet/>
      <dgm:spPr/>
      <dgm:t>
        <a:bodyPr/>
        <a:lstStyle/>
        <a:p>
          <a:endParaRPr lang="en-US"/>
        </a:p>
      </dgm:t>
    </dgm:pt>
    <dgm:pt modelId="{D6D28ECA-800D-4ABD-8E4A-677CA7984CCE}">
      <dgm:prSet/>
      <dgm:spPr/>
      <dgm:t>
        <a:bodyPr/>
        <a:lstStyle/>
        <a:p>
          <a:endParaRPr lang="en-ZA" dirty="0"/>
        </a:p>
      </dgm:t>
    </dgm:pt>
    <dgm:pt modelId="{E173FB71-469D-4EE9-B357-C314A8BC1E4D}" type="parTrans" cxnId="{7FFA9EED-BDF7-4ACF-91E6-55796B89946D}">
      <dgm:prSet/>
      <dgm:spPr/>
      <dgm:t>
        <a:bodyPr/>
        <a:lstStyle/>
        <a:p>
          <a:endParaRPr lang="en-ZA"/>
        </a:p>
      </dgm:t>
    </dgm:pt>
    <dgm:pt modelId="{DD8E0667-5D4A-45DE-89F8-C2CF0B0E4514}" type="sibTrans" cxnId="{7FFA9EED-BDF7-4ACF-91E6-55796B89946D}">
      <dgm:prSet/>
      <dgm:spPr/>
      <dgm:t>
        <a:bodyPr/>
        <a:lstStyle/>
        <a:p>
          <a:endParaRPr lang="en-ZA"/>
        </a:p>
      </dgm:t>
    </dgm:pt>
    <dgm:pt modelId="{A8146539-EA09-4832-BD27-78DB65B13736}" type="pres">
      <dgm:prSet presAssocID="{B90BA860-2484-4CC4-B14B-1D938C02D892}" presName="vert0" presStyleCnt="0">
        <dgm:presLayoutVars>
          <dgm:dir/>
          <dgm:animOne val="branch"/>
          <dgm:animLvl val="lvl"/>
        </dgm:presLayoutVars>
      </dgm:prSet>
      <dgm:spPr/>
    </dgm:pt>
    <dgm:pt modelId="{1D1D086B-D2D5-496A-ABD3-72541B70626F}" type="pres">
      <dgm:prSet presAssocID="{12301DE1-E982-4921-B9C2-5B354B4385FE}" presName="thickLine" presStyleLbl="alignNode1" presStyleIdx="0" presStyleCnt="7"/>
      <dgm:spPr/>
    </dgm:pt>
    <dgm:pt modelId="{73940F13-C295-4CFE-84E1-BBC850B9A495}" type="pres">
      <dgm:prSet presAssocID="{12301DE1-E982-4921-B9C2-5B354B4385FE}" presName="horz1" presStyleCnt="0"/>
      <dgm:spPr/>
    </dgm:pt>
    <dgm:pt modelId="{90C7819B-A4EE-413D-941E-147FF0938A76}" type="pres">
      <dgm:prSet presAssocID="{12301DE1-E982-4921-B9C2-5B354B4385FE}" presName="tx1" presStyleLbl="revTx" presStyleIdx="0" presStyleCnt="7"/>
      <dgm:spPr/>
    </dgm:pt>
    <dgm:pt modelId="{A3D830BA-CDB1-449E-AC83-954DB4CD3C8B}" type="pres">
      <dgm:prSet presAssocID="{12301DE1-E982-4921-B9C2-5B354B4385FE}" presName="vert1" presStyleCnt="0"/>
      <dgm:spPr/>
    </dgm:pt>
    <dgm:pt modelId="{FE3AFF4E-8B50-4A6D-B03C-38F6BDE402EB}" type="pres">
      <dgm:prSet presAssocID="{C0B3EF90-12AE-4FD0-BA0E-05FEE6AE6930}" presName="thickLine" presStyleLbl="alignNode1" presStyleIdx="1" presStyleCnt="7"/>
      <dgm:spPr/>
    </dgm:pt>
    <dgm:pt modelId="{E36FFA73-EF50-4BFD-A174-1054D0346F11}" type="pres">
      <dgm:prSet presAssocID="{C0B3EF90-12AE-4FD0-BA0E-05FEE6AE6930}" presName="horz1" presStyleCnt="0"/>
      <dgm:spPr/>
    </dgm:pt>
    <dgm:pt modelId="{A6292D0D-BA66-4EF1-BF35-6A380EF3F0B5}" type="pres">
      <dgm:prSet presAssocID="{C0B3EF90-12AE-4FD0-BA0E-05FEE6AE6930}" presName="tx1" presStyleLbl="revTx" presStyleIdx="1" presStyleCnt="7"/>
      <dgm:spPr/>
    </dgm:pt>
    <dgm:pt modelId="{7270D2AD-BBFA-426F-8DD8-D9815D57F3CB}" type="pres">
      <dgm:prSet presAssocID="{C0B3EF90-12AE-4FD0-BA0E-05FEE6AE6930}" presName="vert1" presStyleCnt="0"/>
      <dgm:spPr/>
    </dgm:pt>
    <dgm:pt modelId="{4265829E-FCE3-46DE-88A4-AD6BAB24816D}" type="pres">
      <dgm:prSet presAssocID="{6E771B0D-9C1F-49FE-A8C7-D719DFD9C806}" presName="thickLine" presStyleLbl="alignNode1" presStyleIdx="2" presStyleCnt="7"/>
      <dgm:spPr/>
    </dgm:pt>
    <dgm:pt modelId="{0D1BC6D4-6459-4B2D-BD05-89DA490180EB}" type="pres">
      <dgm:prSet presAssocID="{6E771B0D-9C1F-49FE-A8C7-D719DFD9C806}" presName="horz1" presStyleCnt="0"/>
      <dgm:spPr/>
    </dgm:pt>
    <dgm:pt modelId="{A9BB3AD1-01C9-4A7D-A8F1-37174D81F29D}" type="pres">
      <dgm:prSet presAssocID="{6E771B0D-9C1F-49FE-A8C7-D719DFD9C806}" presName="tx1" presStyleLbl="revTx" presStyleIdx="2" presStyleCnt="7"/>
      <dgm:spPr/>
    </dgm:pt>
    <dgm:pt modelId="{2956561E-8F4F-4FB5-B954-5738133F8A99}" type="pres">
      <dgm:prSet presAssocID="{6E771B0D-9C1F-49FE-A8C7-D719DFD9C806}" presName="vert1" presStyleCnt="0"/>
      <dgm:spPr/>
    </dgm:pt>
    <dgm:pt modelId="{BFFFA120-682F-4F61-8F07-7CFACB8079A8}" type="pres">
      <dgm:prSet presAssocID="{E23DC62C-5F13-42C5-9B9A-54F184ED36D8}" presName="thickLine" presStyleLbl="alignNode1" presStyleIdx="3" presStyleCnt="7"/>
      <dgm:spPr/>
    </dgm:pt>
    <dgm:pt modelId="{139DB8BA-40A7-4F0C-83CD-2912EB9C3466}" type="pres">
      <dgm:prSet presAssocID="{E23DC62C-5F13-42C5-9B9A-54F184ED36D8}" presName="horz1" presStyleCnt="0"/>
      <dgm:spPr/>
    </dgm:pt>
    <dgm:pt modelId="{B9740AB6-4F2B-40A9-A1FC-332166A1AC3B}" type="pres">
      <dgm:prSet presAssocID="{E23DC62C-5F13-42C5-9B9A-54F184ED36D8}" presName="tx1" presStyleLbl="revTx" presStyleIdx="3" presStyleCnt="7"/>
      <dgm:spPr/>
    </dgm:pt>
    <dgm:pt modelId="{831A36A6-A2F3-48E0-AC69-37747E1C7CB4}" type="pres">
      <dgm:prSet presAssocID="{E23DC62C-5F13-42C5-9B9A-54F184ED36D8}" presName="vert1" presStyleCnt="0"/>
      <dgm:spPr/>
    </dgm:pt>
    <dgm:pt modelId="{D903B01B-78E4-4AB4-A2F3-76867E76842A}" type="pres">
      <dgm:prSet presAssocID="{5BF7BBED-FAAA-46DC-83B2-FF29338AB4B1}" presName="thickLine" presStyleLbl="alignNode1" presStyleIdx="4" presStyleCnt="7"/>
      <dgm:spPr/>
    </dgm:pt>
    <dgm:pt modelId="{634B198E-663D-4FCF-8FA3-3F9FAAD86262}" type="pres">
      <dgm:prSet presAssocID="{5BF7BBED-FAAA-46DC-83B2-FF29338AB4B1}" presName="horz1" presStyleCnt="0"/>
      <dgm:spPr/>
    </dgm:pt>
    <dgm:pt modelId="{DA681702-203F-46E2-827B-7A59E94F6500}" type="pres">
      <dgm:prSet presAssocID="{5BF7BBED-FAAA-46DC-83B2-FF29338AB4B1}" presName="tx1" presStyleLbl="revTx" presStyleIdx="4" presStyleCnt="7"/>
      <dgm:spPr/>
    </dgm:pt>
    <dgm:pt modelId="{F1B08935-01B0-4BC4-9337-0A4A2D68E4BA}" type="pres">
      <dgm:prSet presAssocID="{5BF7BBED-FAAA-46DC-83B2-FF29338AB4B1}" presName="vert1" presStyleCnt="0"/>
      <dgm:spPr/>
    </dgm:pt>
    <dgm:pt modelId="{A5FC8C4C-D50A-4E73-BAF4-609D9AC62F06}" type="pres">
      <dgm:prSet presAssocID="{547F87A1-417A-4FA4-AC8D-7A3E4A37B363}" presName="thickLine" presStyleLbl="alignNode1" presStyleIdx="5" presStyleCnt="7"/>
      <dgm:spPr/>
    </dgm:pt>
    <dgm:pt modelId="{C845935F-9547-44E4-92F6-37A364BC59F5}" type="pres">
      <dgm:prSet presAssocID="{547F87A1-417A-4FA4-AC8D-7A3E4A37B363}" presName="horz1" presStyleCnt="0"/>
      <dgm:spPr/>
    </dgm:pt>
    <dgm:pt modelId="{EC133F93-0940-489B-B3BE-C3E829198555}" type="pres">
      <dgm:prSet presAssocID="{547F87A1-417A-4FA4-AC8D-7A3E4A37B363}" presName="tx1" presStyleLbl="revTx" presStyleIdx="5" presStyleCnt="7"/>
      <dgm:spPr/>
    </dgm:pt>
    <dgm:pt modelId="{8A308569-9552-4850-936E-E7748F964454}" type="pres">
      <dgm:prSet presAssocID="{547F87A1-417A-4FA4-AC8D-7A3E4A37B363}" presName="vert1" presStyleCnt="0"/>
      <dgm:spPr/>
    </dgm:pt>
    <dgm:pt modelId="{A4667420-8C51-4CE3-A825-25F780D5E943}" type="pres">
      <dgm:prSet presAssocID="{D6D28ECA-800D-4ABD-8E4A-677CA7984CCE}" presName="thickLine" presStyleLbl="alignNode1" presStyleIdx="6" presStyleCnt="7"/>
      <dgm:spPr/>
    </dgm:pt>
    <dgm:pt modelId="{7D91EECC-FEAF-4BA8-836F-5C9432AC0252}" type="pres">
      <dgm:prSet presAssocID="{D6D28ECA-800D-4ABD-8E4A-677CA7984CCE}" presName="horz1" presStyleCnt="0"/>
      <dgm:spPr/>
    </dgm:pt>
    <dgm:pt modelId="{AD83EAF5-D7E3-4679-B5D8-E13AD5736599}" type="pres">
      <dgm:prSet presAssocID="{D6D28ECA-800D-4ABD-8E4A-677CA7984CCE}" presName="tx1" presStyleLbl="revTx" presStyleIdx="6" presStyleCnt="7"/>
      <dgm:spPr/>
    </dgm:pt>
    <dgm:pt modelId="{4B71ED0B-0FFF-4DBC-A330-FC2C3868186F}" type="pres">
      <dgm:prSet presAssocID="{D6D28ECA-800D-4ABD-8E4A-677CA7984CCE}" presName="vert1" presStyleCnt="0"/>
      <dgm:spPr/>
    </dgm:pt>
  </dgm:ptLst>
  <dgm:cxnLst>
    <dgm:cxn modelId="{86F9FC0B-2E05-4476-82CD-E456AD902728}" srcId="{B90BA860-2484-4CC4-B14B-1D938C02D892}" destId="{547F87A1-417A-4FA4-AC8D-7A3E4A37B363}" srcOrd="5" destOrd="0" parTransId="{A2921415-AB6A-4160-8A0F-80B39A788854}" sibTransId="{2CF9D3A1-2C31-4E0C-9BA3-DD3E8BA4849E}"/>
    <dgm:cxn modelId="{A09E5820-5978-43F0-814E-4553B8B110C5}" type="presOf" srcId="{C0B3EF90-12AE-4FD0-BA0E-05FEE6AE6930}" destId="{A6292D0D-BA66-4EF1-BF35-6A380EF3F0B5}" srcOrd="0" destOrd="0" presId="urn:microsoft.com/office/officeart/2008/layout/LinedList"/>
    <dgm:cxn modelId="{B66C3935-780B-4555-9525-F69EBCC29B90}" srcId="{B90BA860-2484-4CC4-B14B-1D938C02D892}" destId="{C0B3EF90-12AE-4FD0-BA0E-05FEE6AE6930}" srcOrd="1" destOrd="0" parTransId="{DA514064-0B78-4BD8-A8D9-F4F2BDBB3C19}" sibTransId="{F9F36450-6B73-4E79-A57C-40F048FA3611}"/>
    <dgm:cxn modelId="{B286455F-F20E-448B-88C7-320F7E1F16A0}" srcId="{B90BA860-2484-4CC4-B14B-1D938C02D892}" destId="{12301DE1-E982-4921-B9C2-5B354B4385FE}" srcOrd="0" destOrd="0" parTransId="{BAC24DDE-E948-4349-BE71-23D4373EFD67}" sibTransId="{7F6A3A5D-4E78-4805-B906-5AA7FAA26E73}"/>
    <dgm:cxn modelId="{D8534B75-7C2F-4815-BEEB-72E5F8843BFB}" type="presOf" srcId="{E23DC62C-5F13-42C5-9B9A-54F184ED36D8}" destId="{B9740AB6-4F2B-40A9-A1FC-332166A1AC3B}" srcOrd="0" destOrd="0" presId="urn:microsoft.com/office/officeart/2008/layout/LinedList"/>
    <dgm:cxn modelId="{D4D87158-0B58-4A6E-914A-55EEECA889A1}" type="presOf" srcId="{12301DE1-E982-4921-B9C2-5B354B4385FE}" destId="{90C7819B-A4EE-413D-941E-147FF0938A76}" srcOrd="0" destOrd="0" presId="urn:microsoft.com/office/officeart/2008/layout/LinedList"/>
    <dgm:cxn modelId="{BB868E5A-877B-4D95-800E-65116B114AC7}" srcId="{B90BA860-2484-4CC4-B14B-1D938C02D892}" destId="{E23DC62C-5F13-42C5-9B9A-54F184ED36D8}" srcOrd="3" destOrd="0" parTransId="{246500A8-D9F7-4B5D-A5E3-C0791497F8DE}" sibTransId="{DBBE03B0-0D26-4372-8FD2-3ECA62230E8B}"/>
    <dgm:cxn modelId="{79CE6596-AD56-4B34-A5FB-9F96755EA330}" type="presOf" srcId="{547F87A1-417A-4FA4-AC8D-7A3E4A37B363}" destId="{EC133F93-0940-489B-B3BE-C3E829198555}" srcOrd="0" destOrd="0" presId="urn:microsoft.com/office/officeart/2008/layout/LinedList"/>
    <dgm:cxn modelId="{D0538FA4-83BD-4208-9CFD-B10BD076C477}" type="presOf" srcId="{D6D28ECA-800D-4ABD-8E4A-677CA7984CCE}" destId="{AD83EAF5-D7E3-4679-B5D8-E13AD5736599}" srcOrd="0" destOrd="0" presId="urn:microsoft.com/office/officeart/2008/layout/LinedList"/>
    <dgm:cxn modelId="{3CED35B5-E68D-4173-9EA8-FD8FF4319665}" srcId="{B90BA860-2484-4CC4-B14B-1D938C02D892}" destId="{6E771B0D-9C1F-49FE-A8C7-D719DFD9C806}" srcOrd="2" destOrd="0" parTransId="{8B44CD34-632F-486F-A8C9-CEBAA2A3145F}" sibTransId="{467F0313-BE6B-45C6-9D98-0A09BC9A9FE5}"/>
    <dgm:cxn modelId="{4F047AEA-E56B-46D9-BE82-16DC3EAB447D}" type="presOf" srcId="{6E771B0D-9C1F-49FE-A8C7-D719DFD9C806}" destId="{A9BB3AD1-01C9-4A7D-A8F1-37174D81F29D}" srcOrd="0" destOrd="0" presId="urn:microsoft.com/office/officeart/2008/layout/LinedList"/>
    <dgm:cxn modelId="{64CF2EEB-1569-4871-84FD-E07FDAFF545B}" type="presOf" srcId="{B90BA860-2484-4CC4-B14B-1D938C02D892}" destId="{A8146539-EA09-4832-BD27-78DB65B13736}" srcOrd="0" destOrd="0" presId="urn:microsoft.com/office/officeart/2008/layout/LinedList"/>
    <dgm:cxn modelId="{7FFA9EED-BDF7-4ACF-91E6-55796B89946D}" srcId="{B90BA860-2484-4CC4-B14B-1D938C02D892}" destId="{D6D28ECA-800D-4ABD-8E4A-677CA7984CCE}" srcOrd="6" destOrd="0" parTransId="{E173FB71-469D-4EE9-B357-C314A8BC1E4D}" sibTransId="{DD8E0667-5D4A-45DE-89F8-C2CF0B0E4514}"/>
    <dgm:cxn modelId="{2DB51DEE-B944-4AC8-A49F-DF96C09555E3}" srcId="{B90BA860-2484-4CC4-B14B-1D938C02D892}" destId="{5BF7BBED-FAAA-46DC-83B2-FF29338AB4B1}" srcOrd="4" destOrd="0" parTransId="{504F1B93-ADBE-4D69-8C97-AE25A52DD456}" sibTransId="{0E683A52-AF50-45B4-AA51-E74A4A5DB2C8}"/>
    <dgm:cxn modelId="{547FDCF6-BD8D-472F-A556-B718ED6E2133}" type="presOf" srcId="{5BF7BBED-FAAA-46DC-83B2-FF29338AB4B1}" destId="{DA681702-203F-46E2-827B-7A59E94F6500}" srcOrd="0" destOrd="0" presId="urn:microsoft.com/office/officeart/2008/layout/LinedList"/>
    <dgm:cxn modelId="{E54652E5-7EA6-426E-A775-646C7EFDFD00}" type="presParOf" srcId="{A8146539-EA09-4832-BD27-78DB65B13736}" destId="{1D1D086B-D2D5-496A-ABD3-72541B70626F}" srcOrd="0" destOrd="0" presId="urn:microsoft.com/office/officeart/2008/layout/LinedList"/>
    <dgm:cxn modelId="{355038E3-8AC5-4A0E-9D8F-B8F2FA6B9483}" type="presParOf" srcId="{A8146539-EA09-4832-BD27-78DB65B13736}" destId="{73940F13-C295-4CFE-84E1-BBC850B9A495}" srcOrd="1" destOrd="0" presId="urn:microsoft.com/office/officeart/2008/layout/LinedList"/>
    <dgm:cxn modelId="{0ECF5F2F-4BAC-444B-8A15-385CAC9B32D5}" type="presParOf" srcId="{73940F13-C295-4CFE-84E1-BBC850B9A495}" destId="{90C7819B-A4EE-413D-941E-147FF0938A76}" srcOrd="0" destOrd="0" presId="urn:microsoft.com/office/officeart/2008/layout/LinedList"/>
    <dgm:cxn modelId="{9EF147D0-E967-45C6-8DBA-3E0AC4F659B1}" type="presParOf" srcId="{73940F13-C295-4CFE-84E1-BBC850B9A495}" destId="{A3D830BA-CDB1-449E-AC83-954DB4CD3C8B}" srcOrd="1" destOrd="0" presId="urn:microsoft.com/office/officeart/2008/layout/LinedList"/>
    <dgm:cxn modelId="{66E800A4-1C14-4401-B229-0E80C064294C}" type="presParOf" srcId="{A8146539-EA09-4832-BD27-78DB65B13736}" destId="{FE3AFF4E-8B50-4A6D-B03C-38F6BDE402EB}" srcOrd="2" destOrd="0" presId="urn:microsoft.com/office/officeart/2008/layout/LinedList"/>
    <dgm:cxn modelId="{E9708BE0-2190-4972-B31C-10551D0B3C7D}" type="presParOf" srcId="{A8146539-EA09-4832-BD27-78DB65B13736}" destId="{E36FFA73-EF50-4BFD-A174-1054D0346F11}" srcOrd="3" destOrd="0" presId="urn:microsoft.com/office/officeart/2008/layout/LinedList"/>
    <dgm:cxn modelId="{8F9DA171-EDF0-4C3D-8B19-6A9BFAE80C1C}" type="presParOf" srcId="{E36FFA73-EF50-4BFD-A174-1054D0346F11}" destId="{A6292D0D-BA66-4EF1-BF35-6A380EF3F0B5}" srcOrd="0" destOrd="0" presId="urn:microsoft.com/office/officeart/2008/layout/LinedList"/>
    <dgm:cxn modelId="{E489F1BF-718C-40CC-AFFE-68DEA98BF7A2}" type="presParOf" srcId="{E36FFA73-EF50-4BFD-A174-1054D0346F11}" destId="{7270D2AD-BBFA-426F-8DD8-D9815D57F3CB}" srcOrd="1" destOrd="0" presId="urn:microsoft.com/office/officeart/2008/layout/LinedList"/>
    <dgm:cxn modelId="{5FDB0209-CCA1-4EDF-8906-81927CD58452}" type="presParOf" srcId="{A8146539-EA09-4832-BD27-78DB65B13736}" destId="{4265829E-FCE3-46DE-88A4-AD6BAB24816D}" srcOrd="4" destOrd="0" presId="urn:microsoft.com/office/officeart/2008/layout/LinedList"/>
    <dgm:cxn modelId="{F234ED57-C08E-471A-8919-07B0E487A128}" type="presParOf" srcId="{A8146539-EA09-4832-BD27-78DB65B13736}" destId="{0D1BC6D4-6459-4B2D-BD05-89DA490180EB}" srcOrd="5" destOrd="0" presId="urn:microsoft.com/office/officeart/2008/layout/LinedList"/>
    <dgm:cxn modelId="{8FB00C94-7221-49CC-8C7E-28AF04486100}" type="presParOf" srcId="{0D1BC6D4-6459-4B2D-BD05-89DA490180EB}" destId="{A9BB3AD1-01C9-4A7D-A8F1-37174D81F29D}" srcOrd="0" destOrd="0" presId="urn:microsoft.com/office/officeart/2008/layout/LinedList"/>
    <dgm:cxn modelId="{65702550-0C15-4B02-862C-F5A9D0E331DF}" type="presParOf" srcId="{0D1BC6D4-6459-4B2D-BD05-89DA490180EB}" destId="{2956561E-8F4F-4FB5-B954-5738133F8A99}" srcOrd="1" destOrd="0" presId="urn:microsoft.com/office/officeart/2008/layout/LinedList"/>
    <dgm:cxn modelId="{0A535ABF-E4B6-4953-AD6F-7A4171656B44}" type="presParOf" srcId="{A8146539-EA09-4832-BD27-78DB65B13736}" destId="{BFFFA120-682F-4F61-8F07-7CFACB8079A8}" srcOrd="6" destOrd="0" presId="urn:microsoft.com/office/officeart/2008/layout/LinedList"/>
    <dgm:cxn modelId="{8AF2E210-AB09-46E1-B262-8364C2BEDC14}" type="presParOf" srcId="{A8146539-EA09-4832-BD27-78DB65B13736}" destId="{139DB8BA-40A7-4F0C-83CD-2912EB9C3466}" srcOrd="7" destOrd="0" presId="urn:microsoft.com/office/officeart/2008/layout/LinedList"/>
    <dgm:cxn modelId="{F80D6F74-AD42-418F-8FB6-E6B65C7DD4E4}" type="presParOf" srcId="{139DB8BA-40A7-4F0C-83CD-2912EB9C3466}" destId="{B9740AB6-4F2B-40A9-A1FC-332166A1AC3B}" srcOrd="0" destOrd="0" presId="urn:microsoft.com/office/officeart/2008/layout/LinedList"/>
    <dgm:cxn modelId="{14F71F1D-3FA1-43B0-A409-50414FC87F03}" type="presParOf" srcId="{139DB8BA-40A7-4F0C-83CD-2912EB9C3466}" destId="{831A36A6-A2F3-48E0-AC69-37747E1C7CB4}" srcOrd="1" destOrd="0" presId="urn:microsoft.com/office/officeart/2008/layout/LinedList"/>
    <dgm:cxn modelId="{93E62E1E-BB16-4744-B274-35973C4C6644}" type="presParOf" srcId="{A8146539-EA09-4832-BD27-78DB65B13736}" destId="{D903B01B-78E4-4AB4-A2F3-76867E76842A}" srcOrd="8" destOrd="0" presId="urn:microsoft.com/office/officeart/2008/layout/LinedList"/>
    <dgm:cxn modelId="{E30F6502-F689-472E-8FFB-2BA30FE21C0D}" type="presParOf" srcId="{A8146539-EA09-4832-BD27-78DB65B13736}" destId="{634B198E-663D-4FCF-8FA3-3F9FAAD86262}" srcOrd="9" destOrd="0" presId="urn:microsoft.com/office/officeart/2008/layout/LinedList"/>
    <dgm:cxn modelId="{A8B008F7-BD7A-4EA2-9715-BE867D50184C}" type="presParOf" srcId="{634B198E-663D-4FCF-8FA3-3F9FAAD86262}" destId="{DA681702-203F-46E2-827B-7A59E94F6500}" srcOrd="0" destOrd="0" presId="urn:microsoft.com/office/officeart/2008/layout/LinedList"/>
    <dgm:cxn modelId="{CFCA7D3B-13D5-48EB-B441-B7FB44E0BE9D}" type="presParOf" srcId="{634B198E-663D-4FCF-8FA3-3F9FAAD86262}" destId="{F1B08935-01B0-4BC4-9337-0A4A2D68E4BA}" srcOrd="1" destOrd="0" presId="urn:microsoft.com/office/officeart/2008/layout/LinedList"/>
    <dgm:cxn modelId="{FD68E024-F7CF-4917-8A8C-AA70EF61040D}" type="presParOf" srcId="{A8146539-EA09-4832-BD27-78DB65B13736}" destId="{A5FC8C4C-D50A-4E73-BAF4-609D9AC62F06}" srcOrd="10" destOrd="0" presId="urn:microsoft.com/office/officeart/2008/layout/LinedList"/>
    <dgm:cxn modelId="{14B337CA-9617-47FD-9A62-7E8ED93B2F69}" type="presParOf" srcId="{A8146539-EA09-4832-BD27-78DB65B13736}" destId="{C845935F-9547-44E4-92F6-37A364BC59F5}" srcOrd="11" destOrd="0" presId="urn:microsoft.com/office/officeart/2008/layout/LinedList"/>
    <dgm:cxn modelId="{9F259D89-3101-4E8C-86F3-D0E53BE0AEA2}" type="presParOf" srcId="{C845935F-9547-44E4-92F6-37A364BC59F5}" destId="{EC133F93-0940-489B-B3BE-C3E829198555}" srcOrd="0" destOrd="0" presId="urn:microsoft.com/office/officeart/2008/layout/LinedList"/>
    <dgm:cxn modelId="{9934B352-5033-40EC-9165-0098419CF675}" type="presParOf" srcId="{C845935F-9547-44E4-92F6-37A364BC59F5}" destId="{8A308569-9552-4850-936E-E7748F964454}" srcOrd="1" destOrd="0" presId="urn:microsoft.com/office/officeart/2008/layout/LinedList"/>
    <dgm:cxn modelId="{DAAE1F42-A672-4550-ACD9-82F917E54B98}" type="presParOf" srcId="{A8146539-EA09-4832-BD27-78DB65B13736}" destId="{A4667420-8C51-4CE3-A825-25F780D5E943}" srcOrd="12" destOrd="0" presId="urn:microsoft.com/office/officeart/2008/layout/LinedList"/>
    <dgm:cxn modelId="{64355E77-7C70-4F68-A7BB-F0F125F765E4}" type="presParOf" srcId="{A8146539-EA09-4832-BD27-78DB65B13736}" destId="{7D91EECC-FEAF-4BA8-836F-5C9432AC0252}" srcOrd="13" destOrd="0" presId="urn:microsoft.com/office/officeart/2008/layout/LinedList"/>
    <dgm:cxn modelId="{AAEFA671-B4AC-42FA-ABC2-DD9ECF6A333C}" type="presParOf" srcId="{7D91EECC-FEAF-4BA8-836F-5C9432AC0252}" destId="{AD83EAF5-D7E3-4679-B5D8-E13AD5736599}" srcOrd="0" destOrd="0" presId="urn:microsoft.com/office/officeart/2008/layout/LinedList"/>
    <dgm:cxn modelId="{2B8CCA02-75A7-45DD-9C85-4D24562D8A5C}" type="presParOf" srcId="{7D91EECC-FEAF-4BA8-836F-5C9432AC0252}" destId="{4B71ED0B-0FFF-4DBC-A330-FC2C386818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C6A661-9D51-416A-85F4-668AF682C7F3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C12B48-CFD5-45C0-9482-25BF04458FEB}">
      <dgm:prSet custT="1"/>
      <dgm:spPr/>
      <dgm:t>
        <a:bodyPr/>
        <a:lstStyle/>
        <a:p>
          <a:r>
            <a:rPr lang="en-ZA" sz="2000" b="1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Declarative</a:t>
          </a:r>
          <a:endParaRPr lang="en-US" sz="2000" b="1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A3BAB2C7-DDEA-4F3D-A4FC-7180B9B2C5DB}" type="parTrans" cxnId="{AB7F750C-F8AC-4587-A346-51E21FA513E6}">
      <dgm:prSet/>
      <dgm:spPr/>
      <dgm:t>
        <a:bodyPr/>
        <a:lstStyle/>
        <a:p>
          <a:endParaRPr lang="en-US"/>
        </a:p>
      </dgm:t>
    </dgm:pt>
    <dgm:pt modelId="{682C34D9-0100-4A48-A2C2-5064934423E8}" type="sibTrans" cxnId="{AB7F750C-F8AC-4587-A346-51E21FA513E6}">
      <dgm:prSet/>
      <dgm:spPr/>
      <dgm:t>
        <a:bodyPr/>
        <a:lstStyle/>
        <a:p>
          <a:endParaRPr lang="en-US"/>
        </a:p>
      </dgm:t>
    </dgm:pt>
    <dgm:pt modelId="{E341D8B2-AAAC-47FC-9A26-80919BBC240E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Syntaxe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simple et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standardisée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17EFF97F-D5C5-4238-84D0-345B76F970D5}" type="parTrans" cxnId="{00108523-DA65-4133-B918-1EA3D61EEB78}">
      <dgm:prSet/>
      <dgm:spPr/>
      <dgm:t>
        <a:bodyPr/>
        <a:lstStyle/>
        <a:p>
          <a:endParaRPr lang="en-US"/>
        </a:p>
      </dgm:t>
    </dgm:pt>
    <dgm:pt modelId="{A248AF6F-18D6-44BF-A8F9-3E2175037149}" type="sibTrans" cxnId="{00108523-DA65-4133-B918-1EA3D61EEB78}">
      <dgm:prSet/>
      <dgm:spPr/>
      <dgm:t>
        <a:bodyPr/>
        <a:lstStyle/>
        <a:p>
          <a:endParaRPr lang="en-US"/>
        </a:p>
      </dgm:t>
    </dgm:pt>
    <dgm:pt modelId="{8EE4F902-B10E-4C35-97E7-109F375BB69C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Structure fixe : `pipeline { agent; stages { stage(...) { steps {...} } } }`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D5D59C9D-036C-452F-9F77-FAA4EF2FF2B1}" type="parTrans" cxnId="{4D5D3362-01D4-4582-BADA-90F75A5B1151}">
      <dgm:prSet/>
      <dgm:spPr/>
      <dgm:t>
        <a:bodyPr/>
        <a:lstStyle/>
        <a:p>
          <a:endParaRPr lang="en-US"/>
        </a:p>
      </dgm:t>
    </dgm:pt>
    <dgm:pt modelId="{CCE94114-F25A-4133-AA70-5C739BFF69D8}" type="sibTrans" cxnId="{4D5D3362-01D4-4582-BADA-90F75A5B1151}">
      <dgm:prSet/>
      <dgm:spPr/>
      <dgm:t>
        <a:bodyPr/>
        <a:lstStyle/>
        <a:p>
          <a:endParaRPr lang="en-US"/>
        </a:p>
      </dgm:t>
    </dgm:pt>
    <dgm:pt modelId="{84AE322D-D704-4658-983A-52BDA50343EA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Idéal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pour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débutants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10C98717-EFE7-47E2-9A8E-653FB0657F58}" type="parTrans" cxnId="{20CC7F4A-E2A4-4760-8608-EA2AA5308A1D}">
      <dgm:prSet/>
      <dgm:spPr/>
      <dgm:t>
        <a:bodyPr/>
        <a:lstStyle/>
        <a:p>
          <a:endParaRPr lang="en-US"/>
        </a:p>
      </dgm:t>
    </dgm:pt>
    <dgm:pt modelId="{AF818CC0-E6AC-4BA9-8AEA-2587209BD849}" type="sibTrans" cxnId="{20CC7F4A-E2A4-4760-8608-EA2AA5308A1D}">
      <dgm:prSet/>
      <dgm:spPr/>
      <dgm:t>
        <a:bodyPr/>
        <a:lstStyle/>
        <a:p>
          <a:endParaRPr lang="en-US"/>
        </a:p>
      </dgm:t>
    </dgm:pt>
    <dgm:pt modelId="{9803FC14-368D-42EC-939E-744E737D1113}">
      <dgm:prSet custT="1"/>
      <dgm:spPr/>
      <dgm:t>
        <a:bodyPr/>
        <a:lstStyle/>
        <a:p>
          <a:r>
            <a:rPr lang="en-ZA" sz="2000" b="1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Scripted</a:t>
          </a:r>
          <a:endParaRPr lang="en-US" sz="2000" b="1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57A59398-C845-4C89-95DF-7623002C4909}" type="parTrans" cxnId="{3AD0F776-8F8B-4C3B-9B3E-5D6D2E274A4A}">
      <dgm:prSet/>
      <dgm:spPr/>
      <dgm:t>
        <a:bodyPr/>
        <a:lstStyle/>
        <a:p>
          <a:endParaRPr lang="en-US"/>
        </a:p>
      </dgm:t>
    </dgm:pt>
    <dgm:pt modelId="{2F2435FC-C89F-4110-8D9C-A2333F975244}" type="sibTrans" cxnId="{3AD0F776-8F8B-4C3B-9B3E-5D6D2E274A4A}">
      <dgm:prSet/>
      <dgm:spPr/>
      <dgm:t>
        <a:bodyPr/>
        <a:lstStyle/>
        <a:p>
          <a:endParaRPr lang="en-US"/>
        </a:p>
      </dgm:t>
    </dgm:pt>
    <dgm:pt modelId="{B6D98EC3-B213-482B-BEA3-E461F9A28016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Syntaxe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Groovy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complète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3443581F-F377-4A99-832B-E868ABEBB388}" type="parTrans" cxnId="{6EB4EBFF-E2F7-4098-AD74-EA86C804AA08}">
      <dgm:prSet/>
      <dgm:spPr/>
      <dgm:t>
        <a:bodyPr/>
        <a:lstStyle/>
        <a:p>
          <a:endParaRPr lang="en-US"/>
        </a:p>
      </dgm:t>
    </dgm:pt>
    <dgm:pt modelId="{893CF83A-8352-4DD3-83DA-678513BFAED7}" type="sibTrans" cxnId="{6EB4EBFF-E2F7-4098-AD74-EA86C804AA08}">
      <dgm:prSet/>
      <dgm:spPr/>
      <dgm:t>
        <a:bodyPr/>
        <a:lstStyle/>
        <a:p>
          <a:endParaRPr lang="en-US"/>
        </a:p>
      </dgm:t>
    </dgm:pt>
    <dgm:pt modelId="{B17585BF-0047-45AE-920A-B8498B40D226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Plus flexible,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logique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conditionnelle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avancée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3BAF1936-421B-4156-AC8B-972B8DFF75B1}" type="parTrans" cxnId="{813D07F4-E3D8-4C00-AD38-FBE8F5238F1A}">
      <dgm:prSet/>
      <dgm:spPr/>
      <dgm:t>
        <a:bodyPr/>
        <a:lstStyle/>
        <a:p>
          <a:endParaRPr lang="en-US"/>
        </a:p>
      </dgm:t>
    </dgm:pt>
    <dgm:pt modelId="{A2828155-0017-4409-9127-C4F4E8CEC113}" type="sibTrans" cxnId="{813D07F4-E3D8-4C00-AD38-FBE8F5238F1A}">
      <dgm:prSet/>
      <dgm:spPr/>
      <dgm:t>
        <a:bodyPr/>
        <a:lstStyle/>
        <a:p>
          <a:endParaRPr lang="en-US"/>
        </a:p>
      </dgm:t>
    </dgm:pt>
    <dgm:pt modelId="{54842E76-EB35-4979-B84E-4077AADE6DBE}">
      <dgm:prSet custT="1"/>
      <dgm:spPr/>
      <dgm:t>
        <a:bodyPr/>
        <a:lstStyle/>
        <a:p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Moins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lisible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pour les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débutants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gm:t>
    </dgm:pt>
    <dgm:pt modelId="{88715027-C0A9-4527-9684-8AB090F38B7A}" type="parTrans" cxnId="{1E2DE9E7-D537-47C0-8E56-AD86F13E3E35}">
      <dgm:prSet/>
      <dgm:spPr/>
      <dgm:t>
        <a:bodyPr/>
        <a:lstStyle/>
        <a:p>
          <a:endParaRPr lang="en-US"/>
        </a:p>
      </dgm:t>
    </dgm:pt>
    <dgm:pt modelId="{0BE4911F-AD16-4ACE-9199-C2670764A745}" type="sibTrans" cxnId="{1E2DE9E7-D537-47C0-8E56-AD86F13E3E35}">
      <dgm:prSet/>
      <dgm:spPr/>
      <dgm:t>
        <a:bodyPr/>
        <a:lstStyle/>
        <a:p>
          <a:endParaRPr lang="en-US"/>
        </a:p>
      </dgm:t>
    </dgm:pt>
    <dgm:pt modelId="{EEB4A6C0-F71F-42A6-BBB9-B7419F64D482}" type="pres">
      <dgm:prSet presAssocID="{F8C6A661-9D51-416A-85F4-668AF682C7F3}" presName="vert0" presStyleCnt="0">
        <dgm:presLayoutVars>
          <dgm:dir/>
          <dgm:animOne val="branch"/>
          <dgm:animLvl val="lvl"/>
        </dgm:presLayoutVars>
      </dgm:prSet>
      <dgm:spPr/>
    </dgm:pt>
    <dgm:pt modelId="{BF6598B5-3ECA-4389-8D30-888FB05D84D3}" type="pres">
      <dgm:prSet presAssocID="{C1C12B48-CFD5-45C0-9482-25BF04458FEB}" presName="thickLine" presStyleLbl="alignNode1" presStyleIdx="0" presStyleCnt="8"/>
      <dgm:spPr/>
    </dgm:pt>
    <dgm:pt modelId="{2C3E4EAC-6A79-4C51-AE04-CF71C5018F38}" type="pres">
      <dgm:prSet presAssocID="{C1C12B48-CFD5-45C0-9482-25BF04458FEB}" presName="horz1" presStyleCnt="0"/>
      <dgm:spPr/>
    </dgm:pt>
    <dgm:pt modelId="{2A32FE8C-6218-4E67-B8CE-6935CD456E4C}" type="pres">
      <dgm:prSet presAssocID="{C1C12B48-CFD5-45C0-9482-25BF04458FEB}" presName="tx1" presStyleLbl="revTx" presStyleIdx="0" presStyleCnt="8"/>
      <dgm:spPr/>
    </dgm:pt>
    <dgm:pt modelId="{0BC111EB-2FC4-4D16-A5A7-B92B5A8EFB83}" type="pres">
      <dgm:prSet presAssocID="{C1C12B48-CFD5-45C0-9482-25BF04458FEB}" presName="vert1" presStyleCnt="0"/>
      <dgm:spPr/>
    </dgm:pt>
    <dgm:pt modelId="{2E80DD8F-84BC-4C51-98F7-1B09AD01D270}" type="pres">
      <dgm:prSet presAssocID="{E341D8B2-AAAC-47FC-9A26-80919BBC240E}" presName="thickLine" presStyleLbl="alignNode1" presStyleIdx="1" presStyleCnt="8"/>
      <dgm:spPr/>
    </dgm:pt>
    <dgm:pt modelId="{BF867DFC-1ABC-48DF-B828-F07CFF098B00}" type="pres">
      <dgm:prSet presAssocID="{E341D8B2-AAAC-47FC-9A26-80919BBC240E}" presName="horz1" presStyleCnt="0"/>
      <dgm:spPr/>
    </dgm:pt>
    <dgm:pt modelId="{ABA9A8FB-48BC-484B-9E05-71F121034FF3}" type="pres">
      <dgm:prSet presAssocID="{E341D8B2-AAAC-47FC-9A26-80919BBC240E}" presName="tx1" presStyleLbl="revTx" presStyleIdx="1" presStyleCnt="8"/>
      <dgm:spPr/>
    </dgm:pt>
    <dgm:pt modelId="{2A446055-86A8-4BFF-B7B5-5CA2F29D67C3}" type="pres">
      <dgm:prSet presAssocID="{E341D8B2-AAAC-47FC-9A26-80919BBC240E}" presName="vert1" presStyleCnt="0"/>
      <dgm:spPr/>
    </dgm:pt>
    <dgm:pt modelId="{20BA8D61-D34E-4A0C-8528-3F6277382482}" type="pres">
      <dgm:prSet presAssocID="{8EE4F902-B10E-4C35-97E7-109F375BB69C}" presName="thickLine" presStyleLbl="alignNode1" presStyleIdx="2" presStyleCnt="8"/>
      <dgm:spPr/>
    </dgm:pt>
    <dgm:pt modelId="{76012AE0-B5FE-4C63-88A7-2C556C875E79}" type="pres">
      <dgm:prSet presAssocID="{8EE4F902-B10E-4C35-97E7-109F375BB69C}" presName="horz1" presStyleCnt="0"/>
      <dgm:spPr/>
    </dgm:pt>
    <dgm:pt modelId="{7F6BCD47-A7C2-4909-BF31-1DB423490592}" type="pres">
      <dgm:prSet presAssocID="{8EE4F902-B10E-4C35-97E7-109F375BB69C}" presName="tx1" presStyleLbl="revTx" presStyleIdx="2" presStyleCnt="8"/>
      <dgm:spPr/>
    </dgm:pt>
    <dgm:pt modelId="{30525E5B-8040-44B2-BCAB-F9AD90CDFF1B}" type="pres">
      <dgm:prSet presAssocID="{8EE4F902-B10E-4C35-97E7-109F375BB69C}" presName="vert1" presStyleCnt="0"/>
      <dgm:spPr/>
    </dgm:pt>
    <dgm:pt modelId="{50967A4F-A89F-4D94-AA36-E5CA2C5CBE29}" type="pres">
      <dgm:prSet presAssocID="{84AE322D-D704-4658-983A-52BDA50343EA}" presName="thickLine" presStyleLbl="alignNode1" presStyleIdx="3" presStyleCnt="8"/>
      <dgm:spPr/>
    </dgm:pt>
    <dgm:pt modelId="{4A59212D-490C-4A05-8293-BF4C5454A3CA}" type="pres">
      <dgm:prSet presAssocID="{84AE322D-D704-4658-983A-52BDA50343EA}" presName="horz1" presStyleCnt="0"/>
      <dgm:spPr/>
    </dgm:pt>
    <dgm:pt modelId="{1F30DE99-59DD-4151-B7AD-79EC28F6A038}" type="pres">
      <dgm:prSet presAssocID="{84AE322D-D704-4658-983A-52BDA50343EA}" presName="tx1" presStyleLbl="revTx" presStyleIdx="3" presStyleCnt="8"/>
      <dgm:spPr/>
    </dgm:pt>
    <dgm:pt modelId="{9BC45495-1EC0-427B-A480-ACB9399B3103}" type="pres">
      <dgm:prSet presAssocID="{84AE322D-D704-4658-983A-52BDA50343EA}" presName="vert1" presStyleCnt="0"/>
      <dgm:spPr/>
    </dgm:pt>
    <dgm:pt modelId="{8DEC1341-42BD-4F39-9DCA-76703AAA82B2}" type="pres">
      <dgm:prSet presAssocID="{9803FC14-368D-42EC-939E-744E737D1113}" presName="thickLine" presStyleLbl="alignNode1" presStyleIdx="4" presStyleCnt="8"/>
      <dgm:spPr/>
    </dgm:pt>
    <dgm:pt modelId="{34CA6810-38A0-482E-A0AA-46F69BD9B016}" type="pres">
      <dgm:prSet presAssocID="{9803FC14-368D-42EC-939E-744E737D1113}" presName="horz1" presStyleCnt="0"/>
      <dgm:spPr/>
    </dgm:pt>
    <dgm:pt modelId="{41BDDF71-7B7F-4500-8CA6-E514773809AF}" type="pres">
      <dgm:prSet presAssocID="{9803FC14-368D-42EC-939E-744E737D1113}" presName="tx1" presStyleLbl="revTx" presStyleIdx="4" presStyleCnt="8"/>
      <dgm:spPr/>
    </dgm:pt>
    <dgm:pt modelId="{9D87930C-F636-4CEF-A161-5DF2B7FAD464}" type="pres">
      <dgm:prSet presAssocID="{9803FC14-368D-42EC-939E-744E737D1113}" presName="vert1" presStyleCnt="0"/>
      <dgm:spPr/>
    </dgm:pt>
    <dgm:pt modelId="{198775A4-545C-428B-8AB4-3C3267C8EEA8}" type="pres">
      <dgm:prSet presAssocID="{B6D98EC3-B213-482B-BEA3-E461F9A28016}" presName="thickLine" presStyleLbl="alignNode1" presStyleIdx="5" presStyleCnt="8"/>
      <dgm:spPr/>
    </dgm:pt>
    <dgm:pt modelId="{B8963608-5984-4538-838F-40E15781EE13}" type="pres">
      <dgm:prSet presAssocID="{B6D98EC3-B213-482B-BEA3-E461F9A28016}" presName="horz1" presStyleCnt="0"/>
      <dgm:spPr/>
    </dgm:pt>
    <dgm:pt modelId="{E0977721-993E-46BF-B2F9-338DDFDCECC1}" type="pres">
      <dgm:prSet presAssocID="{B6D98EC3-B213-482B-BEA3-E461F9A28016}" presName="tx1" presStyleLbl="revTx" presStyleIdx="5" presStyleCnt="8"/>
      <dgm:spPr/>
    </dgm:pt>
    <dgm:pt modelId="{4855FC01-FE94-4218-AB9E-248DF6B69ABB}" type="pres">
      <dgm:prSet presAssocID="{B6D98EC3-B213-482B-BEA3-E461F9A28016}" presName="vert1" presStyleCnt="0"/>
      <dgm:spPr/>
    </dgm:pt>
    <dgm:pt modelId="{EB822D99-C5B3-439C-A311-053B84D85071}" type="pres">
      <dgm:prSet presAssocID="{B17585BF-0047-45AE-920A-B8498B40D226}" presName="thickLine" presStyleLbl="alignNode1" presStyleIdx="6" presStyleCnt="8"/>
      <dgm:spPr/>
    </dgm:pt>
    <dgm:pt modelId="{11F84369-DEFB-4E77-AF9A-6806F19016A3}" type="pres">
      <dgm:prSet presAssocID="{B17585BF-0047-45AE-920A-B8498B40D226}" presName="horz1" presStyleCnt="0"/>
      <dgm:spPr/>
    </dgm:pt>
    <dgm:pt modelId="{FD06A3D8-F84B-4AB2-888D-26C9A97670EE}" type="pres">
      <dgm:prSet presAssocID="{B17585BF-0047-45AE-920A-B8498B40D226}" presName="tx1" presStyleLbl="revTx" presStyleIdx="6" presStyleCnt="8"/>
      <dgm:spPr/>
    </dgm:pt>
    <dgm:pt modelId="{61F950F4-1380-4283-8EFF-4CE50E164057}" type="pres">
      <dgm:prSet presAssocID="{B17585BF-0047-45AE-920A-B8498B40D226}" presName="vert1" presStyleCnt="0"/>
      <dgm:spPr/>
    </dgm:pt>
    <dgm:pt modelId="{13262C70-EF65-47D6-AC2F-F58A6E27E1F3}" type="pres">
      <dgm:prSet presAssocID="{54842E76-EB35-4979-B84E-4077AADE6DBE}" presName="thickLine" presStyleLbl="alignNode1" presStyleIdx="7" presStyleCnt="8"/>
      <dgm:spPr/>
    </dgm:pt>
    <dgm:pt modelId="{E2E0CA20-2E63-4EE2-9B53-66F82AE9E028}" type="pres">
      <dgm:prSet presAssocID="{54842E76-EB35-4979-B84E-4077AADE6DBE}" presName="horz1" presStyleCnt="0"/>
      <dgm:spPr/>
    </dgm:pt>
    <dgm:pt modelId="{E3C27CBB-30EA-400F-8652-F4317D6F330C}" type="pres">
      <dgm:prSet presAssocID="{54842E76-EB35-4979-B84E-4077AADE6DBE}" presName="tx1" presStyleLbl="revTx" presStyleIdx="7" presStyleCnt="8"/>
      <dgm:spPr/>
    </dgm:pt>
    <dgm:pt modelId="{D6F05164-250C-4958-800D-0802FA260E2F}" type="pres">
      <dgm:prSet presAssocID="{54842E76-EB35-4979-B84E-4077AADE6DBE}" presName="vert1" presStyleCnt="0"/>
      <dgm:spPr/>
    </dgm:pt>
  </dgm:ptLst>
  <dgm:cxnLst>
    <dgm:cxn modelId="{AB7F750C-F8AC-4587-A346-51E21FA513E6}" srcId="{F8C6A661-9D51-416A-85F4-668AF682C7F3}" destId="{C1C12B48-CFD5-45C0-9482-25BF04458FEB}" srcOrd="0" destOrd="0" parTransId="{A3BAB2C7-DDEA-4F3D-A4FC-7180B9B2C5DB}" sibTransId="{682C34D9-0100-4A48-A2C2-5064934423E8}"/>
    <dgm:cxn modelId="{00108523-DA65-4133-B918-1EA3D61EEB78}" srcId="{F8C6A661-9D51-416A-85F4-668AF682C7F3}" destId="{E341D8B2-AAAC-47FC-9A26-80919BBC240E}" srcOrd="1" destOrd="0" parTransId="{17EFF97F-D5C5-4238-84D0-345B76F970D5}" sibTransId="{A248AF6F-18D6-44BF-A8F9-3E2175037149}"/>
    <dgm:cxn modelId="{F8B86737-9DAA-4A97-803E-E4A65392941F}" type="presOf" srcId="{8EE4F902-B10E-4C35-97E7-109F375BB69C}" destId="{7F6BCD47-A7C2-4909-BF31-1DB423490592}" srcOrd="0" destOrd="0" presId="urn:microsoft.com/office/officeart/2008/layout/LinedList"/>
    <dgm:cxn modelId="{4D5D3362-01D4-4582-BADA-90F75A5B1151}" srcId="{F8C6A661-9D51-416A-85F4-668AF682C7F3}" destId="{8EE4F902-B10E-4C35-97E7-109F375BB69C}" srcOrd="2" destOrd="0" parTransId="{D5D59C9D-036C-452F-9F77-FAA4EF2FF2B1}" sibTransId="{CCE94114-F25A-4133-AA70-5C739BFF69D8}"/>
    <dgm:cxn modelId="{20CC7F4A-E2A4-4760-8608-EA2AA5308A1D}" srcId="{F8C6A661-9D51-416A-85F4-668AF682C7F3}" destId="{84AE322D-D704-4658-983A-52BDA50343EA}" srcOrd="3" destOrd="0" parTransId="{10C98717-EFE7-47E2-9A8E-653FB0657F58}" sibTransId="{AF818CC0-E6AC-4BA9-8AEA-2587209BD849}"/>
    <dgm:cxn modelId="{764C8E6E-9CF6-4413-B2C6-56F676F46B07}" type="presOf" srcId="{C1C12B48-CFD5-45C0-9482-25BF04458FEB}" destId="{2A32FE8C-6218-4E67-B8CE-6935CD456E4C}" srcOrd="0" destOrd="0" presId="urn:microsoft.com/office/officeart/2008/layout/LinedList"/>
    <dgm:cxn modelId="{3AD0F776-8F8B-4C3B-9B3E-5D6D2E274A4A}" srcId="{F8C6A661-9D51-416A-85F4-668AF682C7F3}" destId="{9803FC14-368D-42EC-939E-744E737D1113}" srcOrd="4" destOrd="0" parTransId="{57A59398-C845-4C89-95DF-7623002C4909}" sibTransId="{2F2435FC-C89F-4110-8D9C-A2333F975244}"/>
    <dgm:cxn modelId="{753008A5-1DC4-4EDA-AB87-3A82D5EDB8C6}" type="presOf" srcId="{B17585BF-0047-45AE-920A-B8498B40D226}" destId="{FD06A3D8-F84B-4AB2-888D-26C9A97670EE}" srcOrd="0" destOrd="0" presId="urn:microsoft.com/office/officeart/2008/layout/LinedList"/>
    <dgm:cxn modelId="{DEB5EEB6-6896-403A-A286-7A0F8DF2ECA2}" type="presOf" srcId="{B6D98EC3-B213-482B-BEA3-E461F9A28016}" destId="{E0977721-993E-46BF-B2F9-338DDFDCECC1}" srcOrd="0" destOrd="0" presId="urn:microsoft.com/office/officeart/2008/layout/LinedList"/>
    <dgm:cxn modelId="{50FD53CF-75CE-4207-8B1C-16619063DACC}" type="presOf" srcId="{F8C6A661-9D51-416A-85F4-668AF682C7F3}" destId="{EEB4A6C0-F71F-42A6-BBB9-B7419F64D482}" srcOrd="0" destOrd="0" presId="urn:microsoft.com/office/officeart/2008/layout/LinedList"/>
    <dgm:cxn modelId="{FCA46ED4-FD0D-4688-85BE-15C9B46A0B92}" type="presOf" srcId="{84AE322D-D704-4658-983A-52BDA50343EA}" destId="{1F30DE99-59DD-4151-B7AD-79EC28F6A038}" srcOrd="0" destOrd="0" presId="urn:microsoft.com/office/officeart/2008/layout/LinedList"/>
    <dgm:cxn modelId="{74CD83E0-2379-4C8B-86E0-986356B84F04}" type="presOf" srcId="{9803FC14-368D-42EC-939E-744E737D1113}" destId="{41BDDF71-7B7F-4500-8CA6-E514773809AF}" srcOrd="0" destOrd="0" presId="urn:microsoft.com/office/officeart/2008/layout/LinedList"/>
    <dgm:cxn modelId="{1E2DE9E7-D537-47C0-8E56-AD86F13E3E35}" srcId="{F8C6A661-9D51-416A-85F4-668AF682C7F3}" destId="{54842E76-EB35-4979-B84E-4077AADE6DBE}" srcOrd="7" destOrd="0" parTransId="{88715027-C0A9-4527-9684-8AB090F38B7A}" sibTransId="{0BE4911F-AD16-4ACE-9199-C2670764A745}"/>
    <dgm:cxn modelId="{3656A9F3-CA33-43DB-9E2D-CDE1B8E591FF}" type="presOf" srcId="{E341D8B2-AAAC-47FC-9A26-80919BBC240E}" destId="{ABA9A8FB-48BC-484B-9E05-71F121034FF3}" srcOrd="0" destOrd="0" presId="urn:microsoft.com/office/officeart/2008/layout/LinedList"/>
    <dgm:cxn modelId="{813D07F4-E3D8-4C00-AD38-FBE8F5238F1A}" srcId="{F8C6A661-9D51-416A-85F4-668AF682C7F3}" destId="{B17585BF-0047-45AE-920A-B8498B40D226}" srcOrd="6" destOrd="0" parTransId="{3BAF1936-421B-4156-AC8B-972B8DFF75B1}" sibTransId="{A2828155-0017-4409-9127-C4F4E8CEC113}"/>
    <dgm:cxn modelId="{D99006FE-3768-47F9-8C8D-D468B2B55AB4}" type="presOf" srcId="{54842E76-EB35-4979-B84E-4077AADE6DBE}" destId="{E3C27CBB-30EA-400F-8652-F4317D6F330C}" srcOrd="0" destOrd="0" presId="urn:microsoft.com/office/officeart/2008/layout/LinedList"/>
    <dgm:cxn modelId="{6EB4EBFF-E2F7-4098-AD74-EA86C804AA08}" srcId="{F8C6A661-9D51-416A-85F4-668AF682C7F3}" destId="{B6D98EC3-B213-482B-BEA3-E461F9A28016}" srcOrd="5" destOrd="0" parTransId="{3443581F-F377-4A99-832B-E868ABEBB388}" sibTransId="{893CF83A-8352-4DD3-83DA-678513BFAED7}"/>
    <dgm:cxn modelId="{02D0F3F4-8706-445B-A583-8F0792E62305}" type="presParOf" srcId="{EEB4A6C0-F71F-42A6-BBB9-B7419F64D482}" destId="{BF6598B5-3ECA-4389-8D30-888FB05D84D3}" srcOrd="0" destOrd="0" presId="urn:microsoft.com/office/officeart/2008/layout/LinedList"/>
    <dgm:cxn modelId="{23B5F739-2C54-46F5-B580-38685D37A796}" type="presParOf" srcId="{EEB4A6C0-F71F-42A6-BBB9-B7419F64D482}" destId="{2C3E4EAC-6A79-4C51-AE04-CF71C5018F38}" srcOrd="1" destOrd="0" presId="urn:microsoft.com/office/officeart/2008/layout/LinedList"/>
    <dgm:cxn modelId="{33A3D959-21E9-4CE4-8DC5-B5957059103F}" type="presParOf" srcId="{2C3E4EAC-6A79-4C51-AE04-CF71C5018F38}" destId="{2A32FE8C-6218-4E67-B8CE-6935CD456E4C}" srcOrd="0" destOrd="0" presId="urn:microsoft.com/office/officeart/2008/layout/LinedList"/>
    <dgm:cxn modelId="{F8EE361B-82AA-40E1-94A9-B301F1915C9C}" type="presParOf" srcId="{2C3E4EAC-6A79-4C51-AE04-CF71C5018F38}" destId="{0BC111EB-2FC4-4D16-A5A7-B92B5A8EFB83}" srcOrd="1" destOrd="0" presId="urn:microsoft.com/office/officeart/2008/layout/LinedList"/>
    <dgm:cxn modelId="{DAF788F0-30B8-46D5-B19A-2CF910C85B9A}" type="presParOf" srcId="{EEB4A6C0-F71F-42A6-BBB9-B7419F64D482}" destId="{2E80DD8F-84BC-4C51-98F7-1B09AD01D270}" srcOrd="2" destOrd="0" presId="urn:microsoft.com/office/officeart/2008/layout/LinedList"/>
    <dgm:cxn modelId="{6E0F7714-327C-48B2-9F52-5D39053BEC54}" type="presParOf" srcId="{EEB4A6C0-F71F-42A6-BBB9-B7419F64D482}" destId="{BF867DFC-1ABC-48DF-B828-F07CFF098B00}" srcOrd="3" destOrd="0" presId="urn:microsoft.com/office/officeart/2008/layout/LinedList"/>
    <dgm:cxn modelId="{5A6373BC-A886-4EFC-9EA7-5F6CB4E716F1}" type="presParOf" srcId="{BF867DFC-1ABC-48DF-B828-F07CFF098B00}" destId="{ABA9A8FB-48BC-484B-9E05-71F121034FF3}" srcOrd="0" destOrd="0" presId="urn:microsoft.com/office/officeart/2008/layout/LinedList"/>
    <dgm:cxn modelId="{FDB414D4-8CAD-4359-AC2F-363356D440D1}" type="presParOf" srcId="{BF867DFC-1ABC-48DF-B828-F07CFF098B00}" destId="{2A446055-86A8-4BFF-B7B5-5CA2F29D67C3}" srcOrd="1" destOrd="0" presId="urn:microsoft.com/office/officeart/2008/layout/LinedList"/>
    <dgm:cxn modelId="{0F44B19E-B9DC-4993-B9E9-4F5F30B155C0}" type="presParOf" srcId="{EEB4A6C0-F71F-42A6-BBB9-B7419F64D482}" destId="{20BA8D61-D34E-4A0C-8528-3F6277382482}" srcOrd="4" destOrd="0" presId="urn:microsoft.com/office/officeart/2008/layout/LinedList"/>
    <dgm:cxn modelId="{B003A150-6E95-48B5-B77C-E57E8C0E370C}" type="presParOf" srcId="{EEB4A6C0-F71F-42A6-BBB9-B7419F64D482}" destId="{76012AE0-B5FE-4C63-88A7-2C556C875E79}" srcOrd="5" destOrd="0" presId="urn:microsoft.com/office/officeart/2008/layout/LinedList"/>
    <dgm:cxn modelId="{4E21E328-433E-4FC1-87C6-DD4072DD0BA0}" type="presParOf" srcId="{76012AE0-B5FE-4C63-88A7-2C556C875E79}" destId="{7F6BCD47-A7C2-4909-BF31-1DB423490592}" srcOrd="0" destOrd="0" presId="urn:microsoft.com/office/officeart/2008/layout/LinedList"/>
    <dgm:cxn modelId="{025959FB-91DD-4105-AD50-CB03ACD8CE65}" type="presParOf" srcId="{76012AE0-B5FE-4C63-88A7-2C556C875E79}" destId="{30525E5B-8040-44B2-BCAB-F9AD90CDFF1B}" srcOrd="1" destOrd="0" presId="urn:microsoft.com/office/officeart/2008/layout/LinedList"/>
    <dgm:cxn modelId="{E5DC4703-39C9-4536-AEB7-FEF3C68787B3}" type="presParOf" srcId="{EEB4A6C0-F71F-42A6-BBB9-B7419F64D482}" destId="{50967A4F-A89F-4D94-AA36-E5CA2C5CBE29}" srcOrd="6" destOrd="0" presId="urn:microsoft.com/office/officeart/2008/layout/LinedList"/>
    <dgm:cxn modelId="{BA6FC75F-2E69-4646-903D-DEA1E519F876}" type="presParOf" srcId="{EEB4A6C0-F71F-42A6-BBB9-B7419F64D482}" destId="{4A59212D-490C-4A05-8293-BF4C5454A3CA}" srcOrd="7" destOrd="0" presId="urn:microsoft.com/office/officeart/2008/layout/LinedList"/>
    <dgm:cxn modelId="{046869F2-FAE3-4CE8-8965-C901272F1664}" type="presParOf" srcId="{4A59212D-490C-4A05-8293-BF4C5454A3CA}" destId="{1F30DE99-59DD-4151-B7AD-79EC28F6A038}" srcOrd="0" destOrd="0" presId="urn:microsoft.com/office/officeart/2008/layout/LinedList"/>
    <dgm:cxn modelId="{D9AFBDD6-DF99-4DAC-8229-CBEBA3BCA036}" type="presParOf" srcId="{4A59212D-490C-4A05-8293-BF4C5454A3CA}" destId="{9BC45495-1EC0-427B-A480-ACB9399B3103}" srcOrd="1" destOrd="0" presId="urn:microsoft.com/office/officeart/2008/layout/LinedList"/>
    <dgm:cxn modelId="{1FF5126B-3FEF-471B-881C-298AD7BCCE14}" type="presParOf" srcId="{EEB4A6C0-F71F-42A6-BBB9-B7419F64D482}" destId="{8DEC1341-42BD-4F39-9DCA-76703AAA82B2}" srcOrd="8" destOrd="0" presId="urn:microsoft.com/office/officeart/2008/layout/LinedList"/>
    <dgm:cxn modelId="{B6170A0A-5EAB-4491-A2B8-40114D08B211}" type="presParOf" srcId="{EEB4A6C0-F71F-42A6-BBB9-B7419F64D482}" destId="{34CA6810-38A0-482E-A0AA-46F69BD9B016}" srcOrd="9" destOrd="0" presId="urn:microsoft.com/office/officeart/2008/layout/LinedList"/>
    <dgm:cxn modelId="{AF99FDA4-5709-4299-9955-C3988EEDAB72}" type="presParOf" srcId="{34CA6810-38A0-482E-A0AA-46F69BD9B016}" destId="{41BDDF71-7B7F-4500-8CA6-E514773809AF}" srcOrd="0" destOrd="0" presId="urn:microsoft.com/office/officeart/2008/layout/LinedList"/>
    <dgm:cxn modelId="{FAA08E52-B0B1-4406-9D26-5FF58547D488}" type="presParOf" srcId="{34CA6810-38A0-482E-A0AA-46F69BD9B016}" destId="{9D87930C-F636-4CEF-A161-5DF2B7FAD464}" srcOrd="1" destOrd="0" presId="urn:microsoft.com/office/officeart/2008/layout/LinedList"/>
    <dgm:cxn modelId="{30A66970-16FF-445C-93D6-B13120FE46AE}" type="presParOf" srcId="{EEB4A6C0-F71F-42A6-BBB9-B7419F64D482}" destId="{198775A4-545C-428B-8AB4-3C3267C8EEA8}" srcOrd="10" destOrd="0" presId="urn:microsoft.com/office/officeart/2008/layout/LinedList"/>
    <dgm:cxn modelId="{4AAC460A-4915-43DC-A1A8-80DD9C0F1B53}" type="presParOf" srcId="{EEB4A6C0-F71F-42A6-BBB9-B7419F64D482}" destId="{B8963608-5984-4538-838F-40E15781EE13}" srcOrd="11" destOrd="0" presId="urn:microsoft.com/office/officeart/2008/layout/LinedList"/>
    <dgm:cxn modelId="{19693430-10EE-4C9E-BABF-3DB2B8708E5F}" type="presParOf" srcId="{B8963608-5984-4538-838F-40E15781EE13}" destId="{E0977721-993E-46BF-B2F9-338DDFDCECC1}" srcOrd="0" destOrd="0" presId="urn:microsoft.com/office/officeart/2008/layout/LinedList"/>
    <dgm:cxn modelId="{A55E0C3B-1432-4E51-BECE-D319816BAC6B}" type="presParOf" srcId="{B8963608-5984-4538-838F-40E15781EE13}" destId="{4855FC01-FE94-4218-AB9E-248DF6B69ABB}" srcOrd="1" destOrd="0" presId="urn:microsoft.com/office/officeart/2008/layout/LinedList"/>
    <dgm:cxn modelId="{58715332-ECED-460B-851A-A01BFF813C33}" type="presParOf" srcId="{EEB4A6C0-F71F-42A6-BBB9-B7419F64D482}" destId="{EB822D99-C5B3-439C-A311-053B84D85071}" srcOrd="12" destOrd="0" presId="urn:microsoft.com/office/officeart/2008/layout/LinedList"/>
    <dgm:cxn modelId="{BF149B14-6249-40E0-A966-F4AA47DBD9B2}" type="presParOf" srcId="{EEB4A6C0-F71F-42A6-BBB9-B7419F64D482}" destId="{11F84369-DEFB-4E77-AF9A-6806F19016A3}" srcOrd="13" destOrd="0" presId="urn:microsoft.com/office/officeart/2008/layout/LinedList"/>
    <dgm:cxn modelId="{FFB9F1A2-0003-4F87-A591-9FB1138A85F6}" type="presParOf" srcId="{11F84369-DEFB-4E77-AF9A-6806F19016A3}" destId="{FD06A3D8-F84B-4AB2-888D-26C9A97670EE}" srcOrd="0" destOrd="0" presId="urn:microsoft.com/office/officeart/2008/layout/LinedList"/>
    <dgm:cxn modelId="{F624A48E-688D-4039-92FC-5A17EA06F92D}" type="presParOf" srcId="{11F84369-DEFB-4E77-AF9A-6806F19016A3}" destId="{61F950F4-1380-4283-8EFF-4CE50E164057}" srcOrd="1" destOrd="0" presId="urn:microsoft.com/office/officeart/2008/layout/LinedList"/>
    <dgm:cxn modelId="{B377A173-4864-4B44-BEDC-2032941C6803}" type="presParOf" srcId="{EEB4A6C0-F71F-42A6-BBB9-B7419F64D482}" destId="{13262C70-EF65-47D6-AC2F-F58A6E27E1F3}" srcOrd="14" destOrd="0" presId="urn:microsoft.com/office/officeart/2008/layout/LinedList"/>
    <dgm:cxn modelId="{26C175B1-DF2E-435C-A48E-BF013E837FEE}" type="presParOf" srcId="{EEB4A6C0-F71F-42A6-BBB9-B7419F64D482}" destId="{E2E0CA20-2E63-4EE2-9B53-66F82AE9E028}" srcOrd="15" destOrd="0" presId="urn:microsoft.com/office/officeart/2008/layout/LinedList"/>
    <dgm:cxn modelId="{3C0494BF-2BFC-4DFF-87C0-D78CBF9EDCA1}" type="presParOf" srcId="{E2E0CA20-2E63-4EE2-9B53-66F82AE9E028}" destId="{E3C27CBB-30EA-400F-8652-F4317D6F330C}" srcOrd="0" destOrd="0" presId="urn:microsoft.com/office/officeart/2008/layout/LinedList"/>
    <dgm:cxn modelId="{432B405A-DB72-4A03-8FD6-138FEA1DA8A2}" type="presParOf" srcId="{E2E0CA20-2E63-4EE2-9B53-66F82AE9E028}" destId="{D6F05164-250C-4958-800D-0802FA260E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125EAA-5220-4BC4-B45C-10ED2F22F19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39B09A6-AD2D-4901-ACD7-9B9BBDE04B9D}">
      <dgm:prSet/>
      <dgm:spPr/>
      <dgm:t>
        <a:bodyPr/>
        <a:lstStyle/>
        <a:p>
          <a:r>
            <a:rPr lang="en-ZA" baseline="0"/>
            <a:t>- Jenkins pipelines = automation, reproducibility, CI/CD</a:t>
          </a:r>
          <a:endParaRPr lang="en-US"/>
        </a:p>
      </dgm:t>
    </dgm:pt>
    <dgm:pt modelId="{F4BE06C5-FE26-4707-B4F4-2C155E2817D1}" type="parTrans" cxnId="{256A28ED-CBAD-41CC-9A03-4C7076AD1082}">
      <dgm:prSet/>
      <dgm:spPr/>
      <dgm:t>
        <a:bodyPr/>
        <a:lstStyle/>
        <a:p>
          <a:endParaRPr lang="en-US"/>
        </a:p>
      </dgm:t>
    </dgm:pt>
    <dgm:pt modelId="{0A32F314-BBAB-4040-A425-1D542CE0BDCE}" type="sibTrans" cxnId="{256A28ED-CBAD-41CC-9A03-4C7076AD1082}">
      <dgm:prSet/>
      <dgm:spPr/>
      <dgm:t>
        <a:bodyPr/>
        <a:lstStyle/>
        <a:p>
          <a:endParaRPr lang="en-US"/>
        </a:p>
      </dgm:t>
    </dgm:pt>
    <dgm:pt modelId="{F1AC783B-3DB4-4B27-A1FC-BF46ADFAED63}">
      <dgm:prSet/>
      <dgm:spPr/>
      <dgm:t>
        <a:bodyPr/>
        <a:lstStyle/>
        <a:p>
          <a:r>
            <a:rPr lang="en-ZA" baseline="0"/>
            <a:t>- Declarative syntax = standard, simple, lisible</a:t>
          </a:r>
          <a:endParaRPr lang="en-US"/>
        </a:p>
      </dgm:t>
    </dgm:pt>
    <dgm:pt modelId="{37ACEF45-5AAA-4EEF-8BDB-66940FC3A8AF}" type="parTrans" cxnId="{74330AB4-FCAD-4844-94F7-9807700316B8}">
      <dgm:prSet/>
      <dgm:spPr/>
      <dgm:t>
        <a:bodyPr/>
        <a:lstStyle/>
        <a:p>
          <a:endParaRPr lang="en-US"/>
        </a:p>
      </dgm:t>
    </dgm:pt>
    <dgm:pt modelId="{383F6FA7-610C-4F72-927C-4225235A50CE}" type="sibTrans" cxnId="{74330AB4-FCAD-4844-94F7-9807700316B8}">
      <dgm:prSet/>
      <dgm:spPr/>
      <dgm:t>
        <a:bodyPr/>
        <a:lstStyle/>
        <a:p>
          <a:endParaRPr lang="en-US"/>
        </a:p>
      </dgm:t>
    </dgm:pt>
    <dgm:pt modelId="{21608C4A-7248-47AA-A37B-32ADA4661EE1}">
      <dgm:prSet/>
      <dgm:spPr/>
      <dgm:t>
        <a:bodyPr/>
        <a:lstStyle/>
        <a:p>
          <a:r>
            <a:rPr lang="en-ZA" baseline="0"/>
            <a:t>- Jenkinsfile = pipeline-as-code versionné</a:t>
          </a:r>
          <a:endParaRPr lang="en-US"/>
        </a:p>
      </dgm:t>
    </dgm:pt>
    <dgm:pt modelId="{44D1E46B-D2C1-4865-AE0A-11C40F5BE223}" type="parTrans" cxnId="{63BD231B-4C42-4B67-8650-75B0CA9071EE}">
      <dgm:prSet/>
      <dgm:spPr/>
      <dgm:t>
        <a:bodyPr/>
        <a:lstStyle/>
        <a:p>
          <a:endParaRPr lang="en-US"/>
        </a:p>
      </dgm:t>
    </dgm:pt>
    <dgm:pt modelId="{F225F9D7-1F4E-4182-A04F-4D52D7AC54CB}" type="sibTrans" cxnId="{63BD231B-4C42-4B67-8650-75B0CA9071EE}">
      <dgm:prSet/>
      <dgm:spPr/>
      <dgm:t>
        <a:bodyPr/>
        <a:lstStyle/>
        <a:p>
          <a:endParaRPr lang="en-US"/>
        </a:p>
      </dgm:t>
    </dgm:pt>
    <dgm:pt modelId="{31653784-E792-4ED6-93D6-9ED2A9A54FF6}">
      <dgm:prSet/>
      <dgm:spPr/>
      <dgm:t>
        <a:bodyPr/>
        <a:lstStyle/>
        <a:p>
          <a:r>
            <a:rPr lang="en-ZA" baseline="0"/>
            <a:t>- Stages &amp; steps = structure logique des pipelines</a:t>
          </a:r>
          <a:endParaRPr lang="en-US"/>
        </a:p>
      </dgm:t>
    </dgm:pt>
    <dgm:pt modelId="{11FB359E-8D53-4C82-8820-1681A5509198}" type="parTrans" cxnId="{D464132A-FF0F-424C-9C80-CDBE77F8CAEF}">
      <dgm:prSet/>
      <dgm:spPr/>
      <dgm:t>
        <a:bodyPr/>
        <a:lstStyle/>
        <a:p>
          <a:endParaRPr lang="en-US"/>
        </a:p>
      </dgm:t>
    </dgm:pt>
    <dgm:pt modelId="{C8D8CCC0-FFB7-477E-8876-DFBCC0887DCC}" type="sibTrans" cxnId="{D464132A-FF0F-424C-9C80-CDBE77F8CAEF}">
      <dgm:prSet/>
      <dgm:spPr/>
      <dgm:t>
        <a:bodyPr/>
        <a:lstStyle/>
        <a:p>
          <a:endParaRPr lang="en-US"/>
        </a:p>
      </dgm:t>
    </dgm:pt>
    <dgm:pt modelId="{DAB46581-736D-445E-9BF2-EF24D9661375}">
      <dgm:prSet/>
      <dgm:spPr/>
      <dgm:t>
        <a:bodyPr/>
        <a:lstStyle/>
        <a:p>
          <a:r>
            <a:rPr lang="en-ZA" baseline="0"/>
            <a:t>- Visualisation et replay pour suivi et correction</a:t>
          </a:r>
          <a:endParaRPr lang="en-US"/>
        </a:p>
      </dgm:t>
    </dgm:pt>
    <dgm:pt modelId="{EDE8C4B4-81A9-49E6-AA43-E8A63091C21A}" type="parTrans" cxnId="{9D5E333B-B0BD-4B34-BB85-8E23E88A53E1}">
      <dgm:prSet/>
      <dgm:spPr/>
      <dgm:t>
        <a:bodyPr/>
        <a:lstStyle/>
        <a:p>
          <a:endParaRPr lang="en-US"/>
        </a:p>
      </dgm:t>
    </dgm:pt>
    <dgm:pt modelId="{02E1BFD9-9B6A-40A0-8D1F-94DB3E75784B}" type="sibTrans" cxnId="{9D5E333B-B0BD-4B34-BB85-8E23E88A53E1}">
      <dgm:prSet/>
      <dgm:spPr/>
      <dgm:t>
        <a:bodyPr/>
        <a:lstStyle/>
        <a:p>
          <a:endParaRPr lang="en-US"/>
        </a:p>
      </dgm:t>
    </dgm:pt>
    <dgm:pt modelId="{BB7CFA0F-305B-4E0C-93C5-161A6D9D85C2}" type="pres">
      <dgm:prSet presAssocID="{30125EAA-5220-4BC4-B45C-10ED2F22F19C}" presName="root" presStyleCnt="0">
        <dgm:presLayoutVars>
          <dgm:dir/>
          <dgm:resizeHandles val="exact"/>
        </dgm:presLayoutVars>
      </dgm:prSet>
      <dgm:spPr/>
    </dgm:pt>
    <dgm:pt modelId="{E76ED8DD-F1A3-429F-82A9-0F28C95243A7}" type="pres">
      <dgm:prSet presAssocID="{F39B09A6-AD2D-4901-ACD7-9B9BBDE04B9D}" presName="compNode" presStyleCnt="0"/>
      <dgm:spPr/>
    </dgm:pt>
    <dgm:pt modelId="{E605A644-76D5-4BD3-B115-A00741047A5A}" type="pres">
      <dgm:prSet presAssocID="{F39B09A6-AD2D-4901-ACD7-9B9BBDE04B9D}" presName="bgRect" presStyleLbl="bgShp" presStyleIdx="0" presStyleCnt="5"/>
      <dgm:spPr/>
    </dgm:pt>
    <dgm:pt modelId="{C6ED86BB-1902-4083-B0D0-0E3DA76708A7}" type="pres">
      <dgm:prSet presAssocID="{F39B09A6-AD2D-4901-ACD7-9B9BBDE04B9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0157E314-F597-459F-84C3-C208370E91C2}" type="pres">
      <dgm:prSet presAssocID="{F39B09A6-AD2D-4901-ACD7-9B9BBDE04B9D}" presName="spaceRect" presStyleCnt="0"/>
      <dgm:spPr/>
    </dgm:pt>
    <dgm:pt modelId="{99D5D728-E8DD-49ED-8165-BA540DC5FEB3}" type="pres">
      <dgm:prSet presAssocID="{F39B09A6-AD2D-4901-ACD7-9B9BBDE04B9D}" presName="parTx" presStyleLbl="revTx" presStyleIdx="0" presStyleCnt="5">
        <dgm:presLayoutVars>
          <dgm:chMax val="0"/>
          <dgm:chPref val="0"/>
        </dgm:presLayoutVars>
      </dgm:prSet>
      <dgm:spPr/>
    </dgm:pt>
    <dgm:pt modelId="{58F08C72-3CD1-45DE-97EF-87CB554BF375}" type="pres">
      <dgm:prSet presAssocID="{0A32F314-BBAB-4040-A425-1D542CE0BDCE}" presName="sibTrans" presStyleCnt="0"/>
      <dgm:spPr/>
    </dgm:pt>
    <dgm:pt modelId="{EED77581-41D4-45F3-AE0B-CC85FC985D30}" type="pres">
      <dgm:prSet presAssocID="{F1AC783B-3DB4-4B27-A1FC-BF46ADFAED63}" presName="compNode" presStyleCnt="0"/>
      <dgm:spPr/>
    </dgm:pt>
    <dgm:pt modelId="{B483A3BF-BDAE-465E-A4FB-A4CE24BD11C3}" type="pres">
      <dgm:prSet presAssocID="{F1AC783B-3DB4-4B27-A1FC-BF46ADFAED63}" presName="bgRect" presStyleLbl="bgShp" presStyleIdx="1" presStyleCnt="5"/>
      <dgm:spPr/>
    </dgm:pt>
    <dgm:pt modelId="{21FA103A-F290-4739-9968-6A4BA6B3E6AD}" type="pres">
      <dgm:prSet presAssocID="{F1AC783B-3DB4-4B27-A1FC-BF46ADFAED63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8E8F2873-5058-414A-BE68-A383BD88D792}" type="pres">
      <dgm:prSet presAssocID="{F1AC783B-3DB4-4B27-A1FC-BF46ADFAED63}" presName="spaceRect" presStyleCnt="0"/>
      <dgm:spPr/>
    </dgm:pt>
    <dgm:pt modelId="{D269868E-673A-4F87-9AFF-591BEA206FA1}" type="pres">
      <dgm:prSet presAssocID="{F1AC783B-3DB4-4B27-A1FC-BF46ADFAED63}" presName="parTx" presStyleLbl="revTx" presStyleIdx="1" presStyleCnt="5">
        <dgm:presLayoutVars>
          <dgm:chMax val="0"/>
          <dgm:chPref val="0"/>
        </dgm:presLayoutVars>
      </dgm:prSet>
      <dgm:spPr/>
    </dgm:pt>
    <dgm:pt modelId="{6384E1E2-C8AE-4B1F-BCE7-AC949C4B3EFB}" type="pres">
      <dgm:prSet presAssocID="{383F6FA7-610C-4F72-927C-4225235A50CE}" presName="sibTrans" presStyleCnt="0"/>
      <dgm:spPr/>
    </dgm:pt>
    <dgm:pt modelId="{0EE5702B-6BD5-4E72-872D-59961D9E1730}" type="pres">
      <dgm:prSet presAssocID="{21608C4A-7248-47AA-A37B-32ADA4661EE1}" presName="compNode" presStyleCnt="0"/>
      <dgm:spPr/>
    </dgm:pt>
    <dgm:pt modelId="{E9D00247-25AA-4AC8-B2F9-146D2D6EAB68}" type="pres">
      <dgm:prSet presAssocID="{21608C4A-7248-47AA-A37B-32ADA4661EE1}" presName="bgRect" presStyleLbl="bgShp" presStyleIdx="2" presStyleCnt="5"/>
      <dgm:spPr/>
    </dgm:pt>
    <dgm:pt modelId="{AB93B501-F7E6-499E-AF3C-3BB3B3649227}" type="pres">
      <dgm:prSet presAssocID="{21608C4A-7248-47AA-A37B-32ADA4661EE1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e de flux"/>
        </a:ext>
      </dgm:extLst>
    </dgm:pt>
    <dgm:pt modelId="{9F4BBF82-63D1-46D3-8A2C-1C526B9FECD8}" type="pres">
      <dgm:prSet presAssocID="{21608C4A-7248-47AA-A37B-32ADA4661EE1}" presName="spaceRect" presStyleCnt="0"/>
      <dgm:spPr/>
    </dgm:pt>
    <dgm:pt modelId="{8D876C93-BBBC-4D6C-A365-4E02709FD95E}" type="pres">
      <dgm:prSet presAssocID="{21608C4A-7248-47AA-A37B-32ADA4661EE1}" presName="parTx" presStyleLbl="revTx" presStyleIdx="2" presStyleCnt="5">
        <dgm:presLayoutVars>
          <dgm:chMax val="0"/>
          <dgm:chPref val="0"/>
        </dgm:presLayoutVars>
      </dgm:prSet>
      <dgm:spPr/>
    </dgm:pt>
    <dgm:pt modelId="{FF188C08-5697-4049-BE3B-F45240AFF558}" type="pres">
      <dgm:prSet presAssocID="{F225F9D7-1F4E-4182-A04F-4D52D7AC54CB}" presName="sibTrans" presStyleCnt="0"/>
      <dgm:spPr/>
    </dgm:pt>
    <dgm:pt modelId="{9B9A44B0-0A3F-4E20-925A-CE0D06D4DE66}" type="pres">
      <dgm:prSet presAssocID="{31653784-E792-4ED6-93D6-9ED2A9A54FF6}" presName="compNode" presStyleCnt="0"/>
      <dgm:spPr/>
    </dgm:pt>
    <dgm:pt modelId="{2BEF1D1D-F9E3-415C-9BAD-5585D5C8CDD9}" type="pres">
      <dgm:prSet presAssocID="{31653784-E792-4ED6-93D6-9ED2A9A54FF6}" presName="bgRect" presStyleLbl="bgShp" presStyleIdx="3" presStyleCnt="5"/>
      <dgm:spPr/>
    </dgm:pt>
    <dgm:pt modelId="{13715A15-6BB1-44BC-B29A-28EC5AF37A8D}" type="pres">
      <dgm:prSet presAssocID="{31653784-E792-4ED6-93D6-9ED2A9A54FF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150DA1B-CD51-40A0-8E6B-930730FACB8C}" type="pres">
      <dgm:prSet presAssocID="{31653784-E792-4ED6-93D6-9ED2A9A54FF6}" presName="spaceRect" presStyleCnt="0"/>
      <dgm:spPr/>
    </dgm:pt>
    <dgm:pt modelId="{F77D6A55-9771-4217-AA4A-C28B92114729}" type="pres">
      <dgm:prSet presAssocID="{31653784-E792-4ED6-93D6-9ED2A9A54FF6}" presName="parTx" presStyleLbl="revTx" presStyleIdx="3" presStyleCnt="5">
        <dgm:presLayoutVars>
          <dgm:chMax val="0"/>
          <dgm:chPref val="0"/>
        </dgm:presLayoutVars>
      </dgm:prSet>
      <dgm:spPr/>
    </dgm:pt>
    <dgm:pt modelId="{42F3E0B1-3250-48FF-A810-4281EC52A188}" type="pres">
      <dgm:prSet presAssocID="{C8D8CCC0-FFB7-477E-8876-DFBCC0887DCC}" presName="sibTrans" presStyleCnt="0"/>
      <dgm:spPr/>
    </dgm:pt>
    <dgm:pt modelId="{91B819D1-5D59-4303-9E97-38D06DD3C627}" type="pres">
      <dgm:prSet presAssocID="{DAB46581-736D-445E-9BF2-EF24D9661375}" presName="compNode" presStyleCnt="0"/>
      <dgm:spPr/>
    </dgm:pt>
    <dgm:pt modelId="{92234D0B-19F9-45F0-8B15-6E7C6249A48C}" type="pres">
      <dgm:prSet presAssocID="{DAB46581-736D-445E-9BF2-EF24D9661375}" presName="bgRect" presStyleLbl="bgShp" presStyleIdx="4" presStyleCnt="5"/>
      <dgm:spPr/>
    </dgm:pt>
    <dgm:pt modelId="{3369370C-777F-4BFB-A6A1-AC7CECCFB48E}" type="pres">
      <dgm:prSet presAssocID="{DAB46581-736D-445E-9BF2-EF24D966137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Œil"/>
        </a:ext>
      </dgm:extLst>
    </dgm:pt>
    <dgm:pt modelId="{622C4CC3-1568-43D9-89AE-E85A2A04EAF2}" type="pres">
      <dgm:prSet presAssocID="{DAB46581-736D-445E-9BF2-EF24D9661375}" presName="spaceRect" presStyleCnt="0"/>
      <dgm:spPr/>
    </dgm:pt>
    <dgm:pt modelId="{469193E9-360F-4069-9E7D-BA3435E64D90}" type="pres">
      <dgm:prSet presAssocID="{DAB46581-736D-445E-9BF2-EF24D966137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3BD231B-4C42-4B67-8650-75B0CA9071EE}" srcId="{30125EAA-5220-4BC4-B45C-10ED2F22F19C}" destId="{21608C4A-7248-47AA-A37B-32ADA4661EE1}" srcOrd="2" destOrd="0" parTransId="{44D1E46B-D2C1-4865-AE0A-11C40F5BE223}" sibTransId="{F225F9D7-1F4E-4182-A04F-4D52D7AC54CB}"/>
    <dgm:cxn modelId="{518B9F26-6CFE-4F97-8A4A-E1EE696360D2}" type="presOf" srcId="{21608C4A-7248-47AA-A37B-32ADA4661EE1}" destId="{8D876C93-BBBC-4D6C-A365-4E02709FD95E}" srcOrd="0" destOrd="0" presId="urn:microsoft.com/office/officeart/2018/2/layout/IconVerticalSolidList"/>
    <dgm:cxn modelId="{D464132A-FF0F-424C-9C80-CDBE77F8CAEF}" srcId="{30125EAA-5220-4BC4-B45C-10ED2F22F19C}" destId="{31653784-E792-4ED6-93D6-9ED2A9A54FF6}" srcOrd="3" destOrd="0" parTransId="{11FB359E-8D53-4C82-8820-1681A5509198}" sibTransId="{C8D8CCC0-FFB7-477E-8876-DFBCC0887DCC}"/>
    <dgm:cxn modelId="{9D5E333B-B0BD-4B34-BB85-8E23E88A53E1}" srcId="{30125EAA-5220-4BC4-B45C-10ED2F22F19C}" destId="{DAB46581-736D-445E-9BF2-EF24D9661375}" srcOrd="4" destOrd="0" parTransId="{EDE8C4B4-81A9-49E6-AA43-E8A63091C21A}" sibTransId="{02E1BFD9-9B6A-40A0-8D1F-94DB3E75784B}"/>
    <dgm:cxn modelId="{D4DD6C65-6684-4214-A078-8E0B6D5B902E}" type="presOf" srcId="{DAB46581-736D-445E-9BF2-EF24D9661375}" destId="{469193E9-360F-4069-9E7D-BA3435E64D90}" srcOrd="0" destOrd="0" presId="urn:microsoft.com/office/officeart/2018/2/layout/IconVerticalSolidList"/>
    <dgm:cxn modelId="{5F245371-64BB-4F83-B94A-6F988A35A965}" type="presOf" srcId="{F39B09A6-AD2D-4901-ACD7-9B9BBDE04B9D}" destId="{99D5D728-E8DD-49ED-8165-BA540DC5FEB3}" srcOrd="0" destOrd="0" presId="urn:microsoft.com/office/officeart/2018/2/layout/IconVerticalSolidList"/>
    <dgm:cxn modelId="{74330AB4-FCAD-4844-94F7-9807700316B8}" srcId="{30125EAA-5220-4BC4-B45C-10ED2F22F19C}" destId="{F1AC783B-3DB4-4B27-A1FC-BF46ADFAED63}" srcOrd="1" destOrd="0" parTransId="{37ACEF45-5AAA-4EEF-8BDB-66940FC3A8AF}" sibTransId="{383F6FA7-610C-4F72-927C-4225235A50CE}"/>
    <dgm:cxn modelId="{7F2B75C1-9C1D-46D9-9813-2B64429E8E98}" type="presOf" srcId="{30125EAA-5220-4BC4-B45C-10ED2F22F19C}" destId="{BB7CFA0F-305B-4E0C-93C5-161A6D9D85C2}" srcOrd="0" destOrd="0" presId="urn:microsoft.com/office/officeart/2018/2/layout/IconVerticalSolidList"/>
    <dgm:cxn modelId="{ECDDA7C5-7B93-4A71-9E34-7489DE5A93C2}" type="presOf" srcId="{F1AC783B-3DB4-4B27-A1FC-BF46ADFAED63}" destId="{D269868E-673A-4F87-9AFF-591BEA206FA1}" srcOrd="0" destOrd="0" presId="urn:microsoft.com/office/officeart/2018/2/layout/IconVerticalSolidList"/>
    <dgm:cxn modelId="{256A28ED-CBAD-41CC-9A03-4C7076AD1082}" srcId="{30125EAA-5220-4BC4-B45C-10ED2F22F19C}" destId="{F39B09A6-AD2D-4901-ACD7-9B9BBDE04B9D}" srcOrd="0" destOrd="0" parTransId="{F4BE06C5-FE26-4707-B4F4-2C155E2817D1}" sibTransId="{0A32F314-BBAB-4040-A425-1D542CE0BDCE}"/>
    <dgm:cxn modelId="{AFF6B2F1-E724-41B4-BB63-1D4F0B287226}" type="presOf" srcId="{31653784-E792-4ED6-93D6-9ED2A9A54FF6}" destId="{F77D6A55-9771-4217-AA4A-C28B92114729}" srcOrd="0" destOrd="0" presId="urn:microsoft.com/office/officeart/2018/2/layout/IconVerticalSolidList"/>
    <dgm:cxn modelId="{D5BF568E-D362-40C5-8C51-417B867C7D63}" type="presParOf" srcId="{BB7CFA0F-305B-4E0C-93C5-161A6D9D85C2}" destId="{E76ED8DD-F1A3-429F-82A9-0F28C95243A7}" srcOrd="0" destOrd="0" presId="urn:microsoft.com/office/officeart/2018/2/layout/IconVerticalSolidList"/>
    <dgm:cxn modelId="{3411C01E-41B1-410E-8789-786FBA87CEA5}" type="presParOf" srcId="{E76ED8DD-F1A3-429F-82A9-0F28C95243A7}" destId="{E605A644-76D5-4BD3-B115-A00741047A5A}" srcOrd="0" destOrd="0" presId="urn:microsoft.com/office/officeart/2018/2/layout/IconVerticalSolidList"/>
    <dgm:cxn modelId="{6B68E266-B658-4972-BE01-C6209779A843}" type="presParOf" srcId="{E76ED8DD-F1A3-429F-82A9-0F28C95243A7}" destId="{C6ED86BB-1902-4083-B0D0-0E3DA76708A7}" srcOrd="1" destOrd="0" presId="urn:microsoft.com/office/officeart/2018/2/layout/IconVerticalSolidList"/>
    <dgm:cxn modelId="{6B64FBCC-825E-4D15-B1B9-8136440B6502}" type="presParOf" srcId="{E76ED8DD-F1A3-429F-82A9-0F28C95243A7}" destId="{0157E314-F597-459F-84C3-C208370E91C2}" srcOrd="2" destOrd="0" presId="urn:microsoft.com/office/officeart/2018/2/layout/IconVerticalSolidList"/>
    <dgm:cxn modelId="{08AB290A-0366-45F8-8495-97CCAB03F79F}" type="presParOf" srcId="{E76ED8DD-F1A3-429F-82A9-0F28C95243A7}" destId="{99D5D728-E8DD-49ED-8165-BA540DC5FEB3}" srcOrd="3" destOrd="0" presId="urn:microsoft.com/office/officeart/2018/2/layout/IconVerticalSolidList"/>
    <dgm:cxn modelId="{17FFAD74-9495-439F-BF07-1BA6FB6257DB}" type="presParOf" srcId="{BB7CFA0F-305B-4E0C-93C5-161A6D9D85C2}" destId="{58F08C72-3CD1-45DE-97EF-87CB554BF375}" srcOrd="1" destOrd="0" presId="urn:microsoft.com/office/officeart/2018/2/layout/IconVerticalSolidList"/>
    <dgm:cxn modelId="{CD482E5D-26A8-4DC7-B289-5575D7494E58}" type="presParOf" srcId="{BB7CFA0F-305B-4E0C-93C5-161A6D9D85C2}" destId="{EED77581-41D4-45F3-AE0B-CC85FC985D30}" srcOrd="2" destOrd="0" presId="urn:microsoft.com/office/officeart/2018/2/layout/IconVerticalSolidList"/>
    <dgm:cxn modelId="{AC3E9B0B-94DF-40C9-8B8F-8540195F3E09}" type="presParOf" srcId="{EED77581-41D4-45F3-AE0B-CC85FC985D30}" destId="{B483A3BF-BDAE-465E-A4FB-A4CE24BD11C3}" srcOrd="0" destOrd="0" presId="urn:microsoft.com/office/officeart/2018/2/layout/IconVerticalSolidList"/>
    <dgm:cxn modelId="{C9B62A35-C157-4685-9C66-027B4FD62068}" type="presParOf" srcId="{EED77581-41D4-45F3-AE0B-CC85FC985D30}" destId="{21FA103A-F290-4739-9968-6A4BA6B3E6AD}" srcOrd="1" destOrd="0" presId="urn:microsoft.com/office/officeart/2018/2/layout/IconVerticalSolidList"/>
    <dgm:cxn modelId="{F6345F8C-B09B-4F0D-AB51-479C2BC6D3E1}" type="presParOf" srcId="{EED77581-41D4-45F3-AE0B-CC85FC985D30}" destId="{8E8F2873-5058-414A-BE68-A383BD88D792}" srcOrd="2" destOrd="0" presId="urn:microsoft.com/office/officeart/2018/2/layout/IconVerticalSolidList"/>
    <dgm:cxn modelId="{5D004C87-F938-4149-88F1-F2005058F05B}" type="presParOf" srcId="{EED77581-41D4-45F3-AE0B-CC85FC985D30}" destId="{D269868E-673A-4F87-9AFF-591BEA206FA1}" srcOrd="3" destOrd="0" presId="urn:microsoft.com/office/officeart/2018/2/layout/IconVerticalSolidList"/>
    <dgm:cxn modelId="{D05CD97A-92C5-48E8-A7F6-598CA92FB927}" type="presParOf" srcId="{BB7CFA0F-305B-4E0C-93C5-161A6D9D85C2}" destId="{6384E1E2-C8AE-4B1F-BCE7-AC949C4B3EFB}" srcOrd="3" destOrd="0" presId="urn:microsoft.com/office/officeart/2018/2/layout/IconVerticalSolidList"/>
    <dgm:cxn modelId="{9910BEE3-A0D0-431A-A421-BECCADBFEDEA}" type="presParOf" srcId="{BB7CFA0F-305B-4E0C-93C5-161A6D9D85C2}" destId="{0EE5702B-6BD5-4E72-872D-59961D9E1730}" srcOrd="4" destOrd="0" presId="urn:microsoft.com/office/officeart/2018/2/layout/IconVerticalSolidList"/>
    <dgm:cxn modelId="{67A846BC-C3BA-49B8-A45B-CAAE14EDE77A}" type="presParOf" srcId="{0EE5702B-6BD5-4E72-872D-59961D9E1730}" destId="{E9D00247-25AA-4AC8-B2F9-146D2D6EAB68}" srcOrd="0" destOrd="0" presId="urn:microsoft.com/office/officeart/2018/2/layout/IconVerticalSolidList"/>
    <dgm:cxn modelId="{CD31B763-A693-4D55-AA68-BD22EACF4AB1}" type="presParOf" srcId="{0EE5702B-6BD5-4E72-872D-59961D9E1730}" destId="{AB93B501-F7E6-499E-AF3C-3BB3B3649227}" srcOrd="1" destOrd="0" presId="urn:microsoft.com/office/officeart/2018/2/layout/IconVerticalSolidList"/>
    <dgm:cxn modelId="{01F69931-2F42-418A-9CE6-7718E9DB4AD0}" type="presParOf" srcId="{0EE5702B-6BD5-4E72-872D-59961D9E1730}" destId="{9F4BBF82-63D1-46D3-8A2C-1C526B9FECD8}" srcOrd="2" destOrd="0" presId="urn:microsoft.com/office/officeart/2018/2/layout/IconVerticalSolidList"/>
    <dgm:cxn modelId="{3FDD5C8A-B66C-4487-9E0C-14CE5DDC825E}" type="presParOf" srcId="{0EE5702B-6BD5-4E72-872D-59961D9E1730}" destId="{8D876C93-BBBC-4D6C-A365-4E02709FD95E}" srcOrd="3" destOrd="0" presId="urn:microsoft.com/office/officeart/2018/2/layout/IconVerticalSolidList"/>
    <dgm:cxn modelId="{24087D20-68AC-4280-95BF-180942BE492B}" type="presParOf" srcId="{BB7CFA0F-305B-4E0C-93C5-161A6D9D85C2}" destId="{FF188C08-5697-4049-BE3B-F45240AFF558}" srcOrd="5" destOrd="0" presId="urn:microsoft.com/office/officeart/2018/2/layout/IconVerticalSolidList"/>
    <dgm:cxn modelId="{C6CC08FA-16CC-44AB-B599-3D18AAACE49E}" type="presParOf" srcId="{BB7CFA0F-305B-4E0C-93C5-161A6D9D85C2}" destId="{9B9A44B0-0A3F-4E20-925A-CE0D06D4DE66}" srcOrd="6" destOrd="0" presId="urn:microsoft.com/office/officeart/2018/2/layout/IconVerticalSolidList"/>
    <dgm:cxn modelId="{2BF7F2E1-7EC7-45A3-959B-68D6606D04EE}" type="presParOf" srcId="{9B9A44B0-0A3F-4E20-925A-CE0D06D4DE66}" destId="{2BEF1D1D-F9E3-415C-9BAD-5585D5C8CDD9}" srcOrd="0" destOrd="0" presId="urn:microsoft.com/office/officeart/2018/2/layout/IconVerticalSolidList"/>
    <dgm:cxn modelId="{61F0DC74-6DCC-4B1C-8ADD-F02DD3243C19}" type="presParOf" srcId="{9B9A44B0-0A3F-4E20-925A-CE0D06D4DE66}" destId="{13715A15-6BB1-44BC-B29A-28EC5AF37A8D}" srcOrd="1" destOrd="0" presId="urn:microsoft.com/office/officeart/2018/2/layout/IconVerticalSolidList"/>
    <dgm:cxn modelId="{7277166E-977B-42C2-BBEF-A075046376F9}" type="presParOf" srcId="{9B9A44B0-0A3F-4E20-925A-CE0D06D4DE66}" destId="{E150DA1B-CD51-40A0-8E6B-930730FACB8C}" srcOrd="2" destOrd="0" presId="urn:microsoft.com/office/officeart/2018/2/layout/IconVerticalSolidList"/>
    <dgm:cxn modelId="{E8F61A4F-62D1-443C-B52A-7548ADE7FE67}" type="presParOf" srcId="{9B9A44B0-0A3F-4E20-925A-CE0D06D4DE66}" destId="{F77D6A55-9771-4217-AA4A-C28B92114729}" srcOrd="3" destOrd="0" presId="urn:microsoft.com/office/officeart/2018/2/layout/IconVerticalSolidList"/>
    <dgm:cxn modelId="{BB887553-29BB-4809-85BE-804AE16C98F4}" type="presParOf" srcId="{BB7CFA0F-305B-4E0C-93C5-161A6D9D85C2}" destId="{42F3E0B1-3250-48FF-A810-4281EC52A188}" srcOrd="7" destOrd="0" presId="urn:microsoft.com/office/officeart/2018/2/layout/IconVerticalSolidList"/>
    <dgm:cxn modelId="{B078E8FB-489A-4AD8-9BF5-C43DE746E9AA}" type="presParOf" srcId="{BB7CFA0F-305B-4E0C-93C5-161A6D9D85C2}" destId="{91B819D1-5D59-4303-9E97-38D06DD3C627}" srcOrd="8" destOrd="0" presId="urn:microsoft.com/office/officeart/2018/2/layout/IconVerticalSolidList"/>
    <dgm:cxn modelId="{CEFC5C7F-449F-4AB0-AF0D-CCE4C3F8CF95}" type="presParOf" srcId="{91B819D1-5D59-4303-9E97-38D06DD3C627}" destId="{92234D0B-19F9-45F0-8B15-6E7C6249A48C}" srcOrd="0" destOrd="0" presId="urn:microsoft.com/office/officeart/2018/2/layout/IconVerticalSolidList"/>
    <dgm:cxn modelId="{E397EB22-60E6-4BCB-8CF1-01A5986FA705}" type="presParOf" srcId="{91B819D1-5D59-4303-9E97-38D06DD3C627}" destId="{3369370C-777F-4BFB-A6A1-AC7CECCFB48E}" srcOrd="1" destOrd="0" presId="urn:microsoft.com/office/officeart/2018/2/layout/IconVerticalSolidList"/>
    <dgm:cxn modelId="{13EE74B2-E5B9-4BE0-A707-73B912249E3D}" type="presParOf" srcId="{91B819D1-5D59-4303-9E97-38D06DD3C627}" destId="{622C4CC3-1568-43D9-89AE-E85A2A04EAF2}" srcOrd="2" destOrd="0" presId="urn:microsoft.com/office/officeart/2018/2/layout/IconVerticalSolidList"/>
    <dgm:cxn modelId="{0FD85112-6412-4E09-96E1-8B01170E82A1}" type="presParOf" srcId="{91B819D1-5D59-4303-9E97-38D06DD3C627}" destId="{469193E9-360F-4069-9E7D-BA3435E64D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298127-9A00-4BAD-95D3-F394C114D4E6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58D5DEF-3338-4C74-91EE-4821A9B8EA79}">
      <dgm:prSet/>
      <dgm:spPr/>
      <dgm:t>
        <a:bodyPr/>
        <a:lstStyle/>
        <a:p>
          <a:r>
            <a:rPr lang="fr-FR"/>
            <a:t>- Pipelines avancés = automatisation + robustesse  </a:t>
          </a:r>
          <a:endParaRPr lang="en-US"/>
        </a:p>
      </dgm:t>
    </dgm:pt>
    <dgm:pt modelId="{C78367A7-B822-406A-90D2-A1F1ACD55679}" type="parTrans" cxnId="{0152B136-50BC-454C-94E3-B08929242478}">
      <dgm:prSet/>
      <dgm:spPr/>
      <dgm:t>
        <a:bodyPr/>
        <a:lstStyle/>
        <a:p>
          <a:endParaRPr lang="en-US"/>
        </a:p>
      </dgm:t>
    </dgm:pt>
    <dgm:pt modelId="{C93AFEA2-7220-4DAD-A84A-67866CE44CAB}" type="sibTrans" cxnId="{0152B136-50BC-454C-94E3-B08929242478}">
      <dgm:prSet/>
      <dgm:spPr/>
      <dgm:t>
        <a:bodyPr/>
        <a:lstStyle/>
        <a:p>
          <a:endParaRPr lang="en-US"/>
        </a:p>
      </dgm:t>
    </dgm:pt>
    <dgm:pt modelId="{C2618503-65DA-435D-B56B-1F85D9980D53}">
      <dgm:prSet/>
      <dgm:spPr/>
      <dgm:t>
        <a:bodyPr/>
        <a:lstStyle/>
        <a:p>
          <a:r>
            <a:rPr lang="fr-FR"/>
            <a:t>- Plugins, credentials, artefacts = sécurité &amp; traçabilité  </a:t>
          </a:r>
          <a:endParaRPr lang="en-US"/>
        </a:p>
      </dgm:t>
    </dgm:pt>
    <dgm:pt modelId="{8BDA2D68-2E93-4851-8F49-886765D66B31}" type="parTrans" cxnId="{BC2D8948-FEC5-4B1F-88FF-28B2F524C54C}">
      <dgm:prSet/>
      <dgm:spPr/>
      <dgm:t>
        <a:bodyPr/>
        <a:lstStyle/>
        <a:p>
          <a:endParaRPr lang="en-US"/>
        </a:p>
      </dgm:t>
    </dgm:pt>
    <dgm:pt modelId="{B7C36497-AC37-4EB1-BFAB-D079CFD1F937}" type="sibTrans" cxnId="{BC2D8948-FEC5-4B1F-88FF-28B2F524C54C}">
      <dgm:prSet/>
      <dgm:spPr/>
      <dgm:t>
        <a:bodyPr/>
        <a:lstStyle/>
        <a:p>
          <a:endParaRPr lang="en-US"/>
        </a:p>
      </dgm:t>
    </dgm:pt>
    <dgm:pt modelId="{A62C30E8-1B28-4547-8DC6-1ECE2D17F7A7}">
      <dgm:prSet/>
      <dgm:spPr/>
      <dgm:t>
        <a:bodyPr/>
        <a:lstStyle/>
        <a:p>
          <a:r>
            <a:rPr lang="fr-FR"/>
            <a:t>- Parallélisation et matrix = optimisation  </a:t>
          </a:r>
          <a:endParaRPr lang="en-US"/>
        </a:p>
      </dgm:t>
    </dgm:pt>
    <dgm:pt modelId="{842C495E-6B76-4380-916E-E0214ED9233D}" type="parTrans" cxnId="{729DC86B-C9B8-4BB6-A66B-BAF5B8DE1D91}">
      <dgm:prSet/>
      <dgm:spPr/>
      <dgm:t>
        <a:bodyPr/>
        <a:lstStyle/>
        <a:p>
          <a:endParaRPr lang="en-US"/>
        </a:p>
      </dgm:t>
    </dgm:pt>
    <dgm:pt modelId="{C5D2669A-F4FA-48A0-B623-FCF98FD252C6}" type="sibTrans" cxnId="{729DC86B-C9B8-4BB6-A66B-BAF5B8DE1D91}">
      <dgm:prSet/>
      <dgm:spPr/>
      <dgm:t>
        <a:bodyPr/>
        <a:lstStyle/>
        <a:p>
          <a:endParaRPr lang="en-US"/>
        </a:p>
      </dgm:t>
    </dgm:pt>
    <dgm:pt modelId="{4B3E675B-1921-4AE1-97F2-32BBB38AA838}">
      <dgm:prSet/>
      <dgm:spPr/>
      <dgm:t>
        <a:bodyPr/>
        <a:lstStyle/>
        <a:p>
          <a:r>
            <a:rPr lang="fr-FR"/>
            <a:t>- Docker = environnement isolé et reproductible  </a:t>
          </a:r>
          <a:endParaRPr lang="en-US"/>
        </a:p>
      </dgm:t>
    </dgm:pt>
    <dgm:pt modelId="{50CAEC48-7D89-40ED-916A-16EA467E370E}" type="parTrans" cxnId="{99E2E45C-8A14-4277-8A24-D26A058C1922}">
      <dgm:prSet/>
      <dgm:spPr/>
      <dgm:t>
        <a:bodyPr/>
        <a:lstStyle/>
        <a:p>
          <a:endParaRPr lang="en-US"/>
        </a:p>
      </dgm:t>
    </dgm:pt>
    <dgm:pt modelId="{FABB63F9-ED32-4DC4-889E-F210F29E3FEE}" type="sibTrans" cxnId="{99E2E45C-8A14-4277-8A24-D26A058C1922}">
      <dgm:prSet/>
      <dgm:spPr/>
      <dgm:t>
        <a:bodyPr/>
        <a:lstStyle/>
        <a:p>
          <a:endParaRPr lang="en-US"/>
        </a:p>
      </dgm:t>
    </dgm:pt>
    <dgm:pt modelId="{B163939B-DD4F-474C-A6B0-C685F87A170E}">
      <dgm:prSet/>
      <dgm:spPr/>
      <dgm:t>
        <a:bodyPr/>
        <a:lstStyle/>
        <a:p>
          <a:r>
            <a:rPr lang="fr-FR"/>
            <a:t>- Shared Libraries = réutilisation et standardisation</a:t>
          </a:r>
          <a:endParaRPr lang="en-US"/>
        </a:p>
      </dgm:t>
    </dgm:pt>
    <dgm:pt modelId="{1429A56C-16AA-432E-82EC-254772EFA623}" type="parTrans" cxnId="{027CC15F-9ABF-4ABB-ABF6-40F0EE717560}">
      <dgm:prSet/>
      <dgm:spPr/>
      <dgm:t>
        <a:bodyPr/>
        <a:lstStyle/>
        <a:p>
          <a:endParaRPr lang="en-US"/>
        </a:p>
      </dgm:t>
    </dgm:pt>
    <dgm:pt modelId="{CCE4800E-1F1F-43D1-9D61-B475E24844E1}" type="sibTrans" cxnId="{027CC15F-9ABF-4ABB-ABF6-40F0EE717560}">
      <dgm:prSet/>
      <dgm:spPr/>
      <dgm:t>
        <a:bodyPr/>
        <a:lstStyle/>
        <a:p>
          <a:endParaRPr lang="en-US"/>
        </a:p>
      </dgm:t>
    </dgm:pt>
    <dgm:pt modelId="{009186A0-AB1E-4691-9BF1-E34D80AB905C}" type="pres">
      <dgm:prSet presAssocID="{2A298127-9A00-4BAD-95D3-F394C114D4E6}" presName="linear" presStyleCnt="0">
        <dgm:presLayoutVars>
          <dgm:animLvl val="lvl"/>
          <dgm:resizeHandles val="exact"/>
        </dgm:presLayoutVars>
      </dgm:prSet>
      <dgm:spPr/>
    </dgm:pt>
    <dgm:pt modelId="{0CF76B99-EF53-426A-847B-89A845139E88}" type="pres">
      <dgm:prSet presAssocID="{E58D5DEF-3338-4C74-91EE-4821A9B8EA7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5764803-FF36-4CE1-B4FB-E6798D629F1A}" type="pres">
      <dgm:prSet presAssocID="{C93AFEA2-7220-4DAD-A84A-67866CE44CAB}" presName="spacer" presStyleCnt="0"/>
      <dgm:spPr/>
    </dgm:pt>
    <dgm:pt modelId="{27D03E65-175C-45A8-83B4-4448B0CF15C1}" type="pres">
      <dgm:prSet presAssocID="{C2618503-65DA-435D-B56B-1F85D9980D5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FF913C1-E308-4EAE-8D31-11C0BBFEDB4B}" type="pres">
      <dgm:prSet presAssocID="{B7C36497-AC37-4EB1-BFAB-D079CFD1F937}" presName="spacer" presStyleCnt="0"/>
      <dgm:spPr/>
    </dgm:pt>
    <dgm:pt modelId="{12EEFD27-B845-4F35-A9E7-F755339A715E}" type="pres">
      <dgm:prSet presAssocID="{A62C30E8-1B28-4547-8DC6-1ECE2D17F7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EF78C42-B32B-41D5-895F-9851AC2B9C11}" type="pres">
      <dgm:prSet presAssocID="{C5D2669A-F4FA-48A0-B623-FCF98FD252C6}" presName="spacer" presStyleCnt="0"/>
      <dgm:spPr/>
    </dgm:pt>
    <dgm:pt modelId="{B67B92BB-21C8-4225-94D0-CCCA4DAC9879}" type="pres">
      <dgm:prSet presAssocID="{4B3E675B-1921-4AE1-97F2-32BBB38AA83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98BA547-DE27-4868-9F10-64005001213B}" type="pres">
      <dgm:prSet presAssocID="{FABB63F9-ED32-4DC4-889E-F210F29E3FEE}" presName="spacer" presStyleCnt="0"/>
      <dgm:spPr/>
    </dgm:pt>
    <dgm:pt modelId="{1AEF9684-8A53-4796-96D3-C7299B099667}" type="pres">
      <dgm:prSet presAssocID="{B163939B-DD4F-474C-A6B0-C685F87A170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152B136-50BC-454C-94E3-B08929242478}" srcId="{2A298127-9A00-4BAD-95D3-F394C114D4E6}" destId="{E58D5DEF-3338-4C74-91EE-4821A9B8EA79}" srcOrd="0" destOrd="0" parTransId="{C78367A7-B822-406A-90D2-A1F1ACD55679}" sibTransId="{C93AFEA2-7220-4DAD-A84A-67866CE44CAB}"/>
    <dgm:cxn modelId="{99E2E45C-8A14-4277-8A24-D26A058C1922}" srcId="{2A298127-9A00-4BAD-95D3-F394C114D4E6}" destId="{4B3E675B-1921-4AE1-97F2-32BBB38AA838}" srcOrd="3" destOrd="0" parTransId="{50CAEC48-7D89-40ED-916A-16EA467E370E}" sibTransId="{FABB63F9-ED32-4DC4-889E-F210F29E3FEE}"/>
    <dgm:cxn modelId="{027CC15F-9ABF-4ABB-ABF6-40F0EE717560}" srcId="{2A298127-9A00-4BAD-95D3-F394C114D4E6}" destId="{B163939B-DD4F-474C-A6B0-C685F87A170E}" srcOrd="4" destOrd="0" parTransId="{1429A56C-16AA-432E-82EC-254772EFA623}" sibTransId="{CCE4800E-1F1F-43D1-9D61-B475E24844E1}"/>
    <dgm:cxn modelId="{522E9047-7905-4B61-83CA-C79A206BB2D0}" type="presOf" srcId="{A62C30E8-1B28-4547-8DC6-1ECE2D17F7A7}" destId="{12EEFD27-B845-4F35-A9E7-F755339A715E}" srcOrd="0" destOrd="0" presId="urn:microsoft.com/office/officeart/2005/8/layout/vList2"/>
    <dgm:cxn modelId="{BC2D8948-FEC5-4B1F-88FF-28B2F524C54C}" srcId="{2A298127-9A00-4BAD-95D3-F394C114D4E6}" destId="{C2618503-65DA-435D-B56B-1F85D9980D53}" srcOrd="1" destOrd="0" parTransId="{8BDA2D68-2E93-4851-8F49-886765D66B31}" sibTransId="{B7C36497-AC37-4EB1-BFAB-D079CFD1F937}"/>
    <dgm:cxn modelId="{729DC86B-C9B8-4BB6-A66B-BAF5B8DE1D91}" srcId="{2A298127-9A00-4BAD-95D3-F394C114D4E6}" destId="{A62C30E8-1B28-4547-8DC6-1ECE2D17F7A7}" srcOrd="2" destOrd="0" parTransId="{842C495E-6B76-4380-916E-E0214ED9233D}" sibTransId="{C5D2669A-F4FA-48A0-B623-FCF98FD252C6}"/>
    <dgm:cxn modelId="{6DC0744E-0EAA-496D-991A-B3DBC4696488}" type="presOf" srcId="{2A298127-9A00-4BAD-95D3-F394C114D4E6}" destId="{009186A0-AB1E-4691-9BF1-E34D80AB905C}" srcOrd="0" destOrd="0" presId="urn:microsoft.com/office/officeart/2005/8/layout/vList2"/>
    <dgm:cxn modelId="{61CB9855-FE7D-40FF-AA13-EF5CF9779625}" type="presOf" srcId="{E58D5DEF-3338-4C74-91EE-4821A9B8EA79}" destId="{0CF76B99-EF53-426A-847B-89A845139E88}" srcOrd="0" destOrd="0" presId="urn:microsoft.com/office/officeart/2005/8/layout/vList2"/>
    <dgm:cxn modelId="{EA176659-49EC-4690-BBEA-2698B281EDF8}" type="presOf" srcId="{4B3E675B-1921-4AE1-97F2-32BBB38AA838}" destId="{B67B92BB-21C8-4225-94D0-CCCA4DAC9879}" srcOrd="0" destOrd="0" presId="urn:microsoft.com/office/officeart/2005/8/layout/vList2"/>
    <dgm:cxn modelId="{BF666981-9E7D-43BE-9629-42AAD2AAF9ED}" type="presOf" srcId="{C2618503-65DA-435D-B56B-1F85D9980D53}" destId="{27D03E65-175C-45A8-83B4-4448B0CF15C1}" srcOrd="0" destOrd="0" presId="urn:microsoft.com/office/officeart/2005/8/layout/vList2"/>
    <dgm:cxn modelId="{AB3266C3-1562-47A9-B256-9C1D38074090}" type="presOf" srcId="{B163939B-DD4F-474C-A6B0-C685F87A170E}" destId="{1AEF9684-8A53-4796-96D3-C7299B099667}" srcOrd="0" destOrd="0" presId="urn:microsoft.com/office/officeart/2005/8/layout/vList2"/>
    <dgm:cxn modelId="{E8F4B4C0-183E-4B2E-81F2-D49DA5DD645F}" type="presParOf" srcId="{009186A0-AB1E-4691-9BF1-E34D80AB905C}" destId="{0CF76B99-EF53-426A-847B-89A845139E88}" srcOrd="0" destOrd="0" presId="urn:microsoft.com/office/officeart/2005/8/layout/vList2"/>
    <dgm:cxn modelId="{B2F16597-D22C-4D5E-8B46-D25057C46684}" type="presParOf" srcId="{009186A0-AB1E-4691-9BF1-E34D80AB905C}" destId="{E5764803-FF36-4CE1-B4FB-E6798D629F1A}" srcOrd="1" destOrd="0" presId="urn:microsoft.com/office/officeart/2005/8/layout/vList2"/>
    <dgm:cxn modelId="{D1F08F30-60E4-48C1-9B51-8B45926A64D5}" type="presParOf" srcId="{009186A0-AB1E-4691-9BF1-E34D80AB905C}" destId="{27D03E65-175C-45A8-83B4-4448B0CF15C1}" srcOrd="2" destOrd="0" presId="urn:microsoft.com/office/officeart/2005/8/layout/vList2"/>
    <dgm:cxn modelId="{05E1F69F-8F30-40A1-A865-3CD778DE1D66}" type="presParOf" srcId="{009186A0-AB1E-4691-9BF1-E34D80AB905C}" destId="{3FF913C1-E308-4EAE-8D31-11C0BBFEDB4B}" srcOrd="3" destOrd="0" presId="urn:microsoft.com/office/officeart/2005/8/layout/vList2"/>
    <dgm:cxn modelId="{07347DAB-B9E5-4B9E-8E49-1A9ACF0F252C}" type="presParOf" srcId="{009186A0-AB1E-4691-9BF1-E34D80AB905C}" destId="{12EEFD27-B845-4F35-A9E7-F755339A715E}" srcOrd="4" destOrd="0" presId="urn:microsoft.com/office/officeart/2005/8/layout/vList2"/>
    <dgm:cxn modelId="{7FA99805-F556-401D-9C9A-F921D4EE56D8}" type="presParOf" srcId="{009186A0-AB1E-4691-9BF1-E34D80AB905C}" destId="{CEF78C42-B32B-41D5-895F-9851AC2B9C11}" srcOrd="5" destOrd="0" presId="urn:microsoft.com/office/officeart/2005/8/layout/vList2"/>
    <dgm:cxn modelId="{B5EA4D7B-60B1-40CA-B95E-A453A94680F3}" type="presParOf" srcId="{009186A0-AB1E-4691-9BF1-E34D80AB905C}" destId="{B67B92BB-21C8-4225-94D0-CCCA4DAC9879}" srcOrd="6" destOrd="0" presId="urn:microsoft.com/office/officeart/2005/8/layout/vList2"/>
    <dgm:cxn modelId="{A3CCCBC5-5400-4E76-ABC2-997327B465F4}" type="presParOf" srcId="{009186A0-AB1E-4691-9BF1-E34D80AB905C}" destId="{698BA547-DE27-4868-9F10-64005001213B}" srcOrd="7" destOrd="0" presId="urn:microsoft.com/office/officeart/2005/8/layout/vList2"/>
    <dgm:cxn modelId="{E8B4AC68-E904-4A64-BCF4-5B1F3D8C6D37}" type="presParOf" srcId="{009186A0-AB1E-4691-9BF1-E34D80AB905C}" destId="{1AEF9684-8A53-4796-96D3-C7299B09966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6AB8C7-A003-45C3-BF70-1C5A3EB6A9C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A0804EA-785A-436F-AF05-713916F03910}">
      <dgm:prSet/>
      <dgm:spPr/>
      <dgm:t>
        <a:bodyPr/>
        <a:lstStyle/>
        <a:p>
          <a:r>
            <a:rPr lang="fr-FR" baseline="0"/>
            <a:t>- GitLab + Jenkins : pipelines multibranches automatisés</a:t>
          </a:r>
          <a:endParaRPr lang="en-US"/>
        </a:p>
      </dgm:t>
    </dgm:pt>
    <dgm:pt modelId="{649656F5-1A63-4BBD-8F31-B0B19AFE7976}" type="parTrans" cxnId="{BCE2EE53-F4DB-4416-92F4-997270C9221E}">
      <dgm:prSet/>
      <dgm:spPr/>
      <dgm:t>
        <a:bodyPr/>
        <a:lstStyle/>
        <a:p>
          <a:endParaRPr lang="en-US"/>
        </a:p>
      </dgm:t>
    </dgm:pt>
    <dgm:pt modelId="{A23DD11C-959F-42BD-AA8C-AB5CD5111E86}" type="sibTrans" cxnId="{BCE2EE53-F4DB-4416-92F4-997270C9221E}">
      <dgm:prSet/>
      <dgm:spPr/>
      <dgm:t>
        <a:bodyPr/>
        <a:lstStyle/>
        <a:p>
          <a:endParaRPr lang="en-US"/>
        </a:p>
      </dgm:t>
    </dgm:pt>
    <dgm:pt modelId="{70172A71-76CD-4170-A5C8-252B35DC480F}">
      <dgm:prSet/>
      <dgm:spPr/>
      <dgm:t>
        <a:bodyPr/>
        <a:lstStyle/>
        <a:p>
          <a:r>
            <a:rPr lang="fr-FR" baseline="0"/>
            <a:t>- Tests unitaires, intégration, acceptance et performance intégrés</a:t>
          </a:r>
          <a:endParaRPr lang="en-US"/>
        </a:p>
      </dgm:t>
    </dgm:pt>
    <dgm:pt modelId="{CD5A7A26-01B4-47CA-8017-AD774F2A6C4C}" type="parTrans" cxnId="{16C4AD06-0FDE-4DE9-B6A8-A88353791285}">
      <dgm:prSet/>
      <dgm:spPr/>
      <dgm:t>
        <a:bodyPr/>
        <a:lstStyle/>
        <a:p>
          <a:endParaRPr lang="en-US"/>
        </a:p>
      </dgm:t>
    </dgm:pt>
    <dgm:pt modelId="{CC781287-0CB9-4273-B7DC-D04DC6076B0B}" type="sibTrans" cxnId="{16C4AD06-0FDE-4DE9-B6A8-A88353791285}">
      <dgm:prSet/>
      <dgm:spPr/>
      <dgm:t>
        <a:bodyPr/>
        <a:lstStyle/>
        <a:p>
          <a:endParaRPr lang="en-US"/>
        </a:p>
      </dgm:t>
    </dgm:pt>
    <dgm:pt modelId="{52DA051E-6517-4F03-9A39-BE4DD32BBF6C}">
      <dgm:prSet/>
      <dgm:spPr/>
      <dgm:t>
        <a:bodyPr/>
        <a:lstStyle/>
        <a:p>
          <a:r>
            <a:rPr lang="fr-FR" baseline="0"/>
            <a:t>- Déploiement automatisé avec rollback et notifications</a:t>
          </a:r>
          <a:endParaRPr lang="en-US"/>
        </a:p>
      </dgm:t>
    </dgm:pt>
    <dgm:pt modelId="{8460482B-1B18-46B6-8FDB-EED85D9F5A28}" type="parTrans" cxnId="{CBC7B5E3-D500-40BF-9B4A-8732C46677D6}">
      <dgm:prSet/>
      <dgm:spPr/>
      <dgm:t>
        <a:bodyPr/>
        <a:lstStyle/>
        <a:p>
          <a:endParaRPr lang="en-US"/>
        </a:p>
      </dgm:t>
    </dgm:pt>
    <dgm:pt modelId="{C8A20A32-6949-47DB-BFFC-1FF57D7B525B}" type="sibTrans" cxnId="{CBC7B5E3-D500-40BF-9B4A-8732C46677D6}">
      <dgm:prSet/>
      <dgm:spPr/>
      <dgm:t>
        <a:bodyPr/>
        <a:lstStyle/>
        <a:p>
          <a:endParaRPr lang="en-US"/>
        </a:p>
      </dgm:t>
    </dgm:pt>
    <dgm:pt modelId="{A5517A21-4777-4F27-8158-8641350E144C}">
      <dgm:prSet/>
      <dgm:spPr/>
      <dgm:t>
        <a:bodyPr/>
        <a:lstStyle/>
        <a:p>
          <a:r>
            <a:rPr lang="fr-FR" baseline="0"/>
            <a:t>- Pipelines fiables, reproductibles et traçables</a:t>
          </a:r>
          <a:endParaRPr lang="en-US"/>
        </a:p>
      </dgm:t>
    </dgm:pt>
    <dgm:pt modelId="{E68BE8E5-F193-4615-B95E-A58A43F1D54C}" type="parTrans" cxnId="{D6D35B34-D942-40DA-87B0-D00DF6E529E6}">
      <dgm:prSet/>
      <dgm:spPr/>
      <dgm:t>
        <a:bodyPr/>
        <a:lstStyle/>
        <a:p>
          <a:endParaRPr lang="en-US"/>
        </a:p>
      </dgm:t>
    </dgm:pt>
    <dgm:pt modelId="{936780BE-B0C7-42F9-952C-C73645558035}" type="sibTrans" cxnId="{D6D35B34-D942-40DA-87B0-D00DF6E529E6}">
      <dgm:prSet/>
      <dgm:spPr/>
      <dgm:t>
        <a:bodyPr/>
        <a:lstStyle/>
        <a:p>
          <a:endParaRPr lang="en-US"/>
        </a:p>
      </dgm:t>
    </dgm:pt>
    <dgm:pt modelId="{B29D4131-7981-4FA4-8216-A41D012C6C04}" type="pres">
      <dgm:prSet presAssocID="{8F6AB8C7-A003-45C3-BF70-1C5A3EB6A9CD}" presName="root" presStyleCnt="0">
        <dgm:presLayoutVars>
          <dgm:dir/>
          <dgm:resizeHandles val="exact"/>
        </dgm:presLayoutVars>
      </dgm:prSet>
      <dgm:spPr/>
    </dgm:pt>
    <dgm:pt modelId="{97916C36-B9B6-40FC-BA12-D6A3720D9FBC}" type="pres">
      <dgm:prSet presAssocID="{4A0804EA-785A-436F-AF05-713916F03910}" presName="compNode" presStyleCnt="0"/>
      <dgm:spPr/>
    </dgm:pt>
    <dgm:pt modelId="{CB08E276-E64C-4CEC-B155-55180866F1CC}" type="pres">
      <dgm:prSet presAssocID="{4A0804EA-785A-436F-AF05-713916F03910}" presName="bgRect" presStyleLbl="bgShp" presStyleIdx="0" presStyleCnt="4"/>
      <dgm:spPr/>
    </dgm:pt>
    <dgm:pt modelId="{B394A7B8-EC67-424C-9346-5C7CCBBB33B2}" type="pres">
      <dgm:prSet presAssocID="{4A0804EA-785A-436F-AF05-713916F0391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eur"/>
        </a:ext>
      </dgm:extLst>
    </dgm:pt>
    <dgm:pt modelId="{95796E8F-A708-46F1-935E-8D9CF4DC1188}" type="pres">
      <dgm:prSet presAssocID="{4A0804EA-785A-436F-AF05-713916F03910}" presName="spaceRect" presStyleCnt="0"/>
      <dgm:spPr/>
    </dgm:pt>
    <dgm:pt modelId="{AAB65E3D-1DE8-4C1F-AD30-F6A76AC37B36}" type="pres">
      <dgm:prSet presAssocID="{4A0804EA-785A-436F-AF05-713916F03910}" presName="parTx" presStyleLbl="revTx" presStyleIdx="0" presStyleCnt="4">
        <dgm:presLayoutVars>
          <dgm:chMax val="0"/>
          <dgm:chPref val="0"/>
        </dgm:presLayoutVars>
      </dgm:prSet>
      <dgm:spPr/>
    </dgm:pt>
    <dgm:pt modelId="{EE7CFC33-AFFC-4D0E-AD6C-2C643D4E74EC}" type="pres">
      <dgm:prSet presAssocID="{A23DD11C-959F-42BD-AA8C-AB5CD5111E86}" presName="sibTrans" presStyleCnt="0"/>
      <dgm:spPr/>
    </dgm:pt>
    <dgm:pt modelId="{A14C6058-C318-4944-9332-AC2FBD7A73B2}" type="pres">
      <dgm:prSet presAssocID="{70172A71-76CD-4170-A5C8-252B35DC480F}" presName="compNode" presStyleCnt="0"/>
      <dgm:spPr/>
    </dgm:pt>
    <dgm:pt modelId="{4C4CC6FB-2107-46F3-A607-2ECAE3A60DE9}" type="pres">
      <dgm:prSet presAssocID="{70172A71-76CD-4170-A5C8-252B35DC480F}" presName="bgRect" presStyleLbl="bgShp" presStyleIdx="1" presStyleCnt="4"/>
      <dgm:spPr/>
    </dgm:pt>
    <dgm:pt modelId="{6E2F69EF-07AC-43E1-B186-0B40DEA0B9BD}" type="pres">
      <dgm:prSet presAssocID="{70172A71-76CD-4170-A5C8-252B35DC480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EEF5C78-4D65-4682-8CDF-CE59A2BEC89F}" type="pres">
      <dgm:prSet presAssocID="{70172A71-76CD-4170-A5C8-252B35DC480F}" presName="spaceRect" presStyleCnt="0"/>
      <dgm:spPr/>
    </dgm:pt>
    <dgm:pt modelId="{A140068A-B4D4-4B1F-9031-AB6C619F56F2}" type="pres">
      <dgm:prSet presAssocID="{70172A71-76CD-4170-A5C8-252B35DC480F}" presName="parTx" presStyleLbl="revTx" presStyleIdx="1" presStyleCnt="4">
        <dgm:presLayoutVars>
          <dgm:chMax val="0"/>
          <dgm:chPref val="0"/>
        </dgm:presLayoutVars>
      </dgm:prSet>
      <dgm:spPr/>
    </dgm:pt>
    <dgm:pt modelId="{3A5EAC54-EF48-4925-A4ED-6A8EB287EBD6}" type="pres">
      <dgm:prSet presAssocID="{CC781287-0CB9-4273-B7DC-D04DC6076B0B}" presName="sibTrans" presStyleCnt="0"/>
      <dgm:spPr/>
    </dgm:pt>
    <dgm:pt modelId="{652A305F-D1F5-420E-BCB2-331F7A7D96C2}" type="pres">
      <dgm:prSet presAssocID="{52DA051E-6517-4F03-9A39-BE4DD32BBF6C}" presName="compNode" presStyleCnt="0"/>
      <dgm:spPr/>
    </dgm:pt>
    <dgm:pt modelId="{87819FFB-D98C-4E35-B575-0AE9262690DF}" type="pres">
      <dgm:prSet presAssocID="{52DA051E-6517-4F03-9A39-BE4DD32BBF6C}" presName="bgRect" presStyleLbl="bgShp" presStyleIdx="2" presStyleCnt="4"/>
      <dgm:spPr/>
    </dgm:pt>
    <dgm:pt modelId="{A9DA6F4D-2716-4A07-9634-5F0CA5A4876E}" type="pres">
      <dgm:prSet presAssocID="{52DA051E-6517-4F03-9A39-BE4DD32BBF6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531940E2-B979-43C1-A03C-EA9AF4C55D8C}" type="pres">
      <dgm:prSet presAssocID="{52DA051E-6517-4F03-9A39-BE4DD32BBF6C}" presName="spaceRect" presStyleCnt="0"/>
      <dgm:spPr/>
    </dgm:pt>
    <dgm:pt modelId="{B66667CB-0B67-44B8-BEF8-01AD5649AC6F}" type="pres">
      <dgm:prSet presAssocID="{52DA051E-6517-4F03-9A39-BE4DD32BBF6C}" presName="parTx" presStyleLbl="revTx" presStyleIdx="2" presStyleCnt="4">
        <dgm:presLayoutVars>
          <dgm:chMax val="0"/>
          <dgm:chPref val="0"/>
        </dgm:presLayoutVars>
      </dgm:prSet>
      <dgm:spPr/>
    </dgm:pt>
    <dgm:pt modelId="{6FB15677-619A-4205-B6BB-AB688E639FAA}" type="pres">
      <dgm:prSet presAssocID="{C8A20A32-6949-47DB-BFFC-1FF57D7B525B}" presName="sibTrans" presStyleCnt="0"/>
      <dgm:spPr/>
    </dgm:pt>
    <dgm:pt modelId="{F52DD42E-F430-4423-A629-37FA445B3042}" type="pres">
      <dgm:prSet presAssocID="{A5517A21-4777-4F27-8158-8641350E144C}" presName="compNode" presStyleCnt="0"/>
      <dgm:spPr/>
    </dgm:pt>
    <dgm:pt modelId="{965F5B72-E087-451F-B958-EFC7EAF29CE6}" type="pres">
      <dgm:prSet presAssocID="{A5517A21-4777-4F27-8158-8641350E144C}" presName="bgRect" presStyleLbl="bgShp" presStyleIdx="3" presStyleCnt="4"/>
      <dgm:spPr/>
    </dgm:pt>
    <dgm:pt modelId="{CA0B5E8E-5550-472B-9383-B5F6129464B7}" type="pres">
      <dgm:prSet presAssocID="{A5517A21-4777-4F27-8158-8641350E144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B276922A-BD0F-4C35-B1B0-4C6287E60A71}" type="pres">
      <dgm:prSet presAssocID="{A5517A21-4777-4F27-8158-8641350E144C}" presName="spaceRect" presStyleCnt="0"/>
      <dgm:spPr/>
    </dgm:pt>
    <dgm:pt modelId="{6829E7C0-ADFE-430B-B50F-E0E461EAAE85}" type="pres">
      <dgm:prSet presAssocID="{A5517A21-4777-4F27-8158-8641350E14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FE00906-3E91-4375-AFCC-278273225205}" type="presOf" srcId="{52DA051E-6517-4F03-9A39-BE4DD32BBF6C}" destId="{B66667CB-0B67-44B8-BEF8-01AD5649AC6F}" srcOrd="0" destOrd="0" presId="urn:microsoft.com/office/officeart/2018/2/layout/IconVerticalSolidList"/>
    <dgm:cxn modelId="{16C4AD06-0FDE-4DE9-B6A8-A88353791285}" srcId="{8F6AB8C7-A003-45C3-BF70-1C5A3EB6A9CD}" destId="{70172A71-76CD-4170-A5C8-252B35DC480F}" srcOrd="1" destOrd="0" parTransId="{CD5A7A26-01B4-47CA-8017-AD774F2A6C4C}" sibTransId="{CC781287-0CB9-4273-B7DC-D04DC6076B0B}"/>
    <dgm:cxn modelId="{4DB3D113-A6EE-417A-9202-61BADB137AAF}" type="presOf" srcId="{70172A71-76CD-4170-A5C8-252B35DC480F}" destId="{A140068A-B4D4-4B1F-9031-AB6C619F56F2}" srcOrd="0" destOrd="0" presId="urn:microsoft.com/office/officeart/2018/2/layout/IconVerticalSolidList"/>
    <dgm:cxn modelId="{D6D35B34-D942-40DA-87B0-D00DF6E529E6}" srcId="{8F6AB8C7-A003-45C3-BF70-1C5A3EB6A9CD}" destId="{A5517A21-4777-4F27-8158-8641350E144C}" srcOrd="3" destOrd="0" parTransId="{E68BE8E5-F193-4615-B95E-A58A43F1D54C}" sibTransId="{936780BE-B0C7-42F9-952C-C73645558035}"/>
    <dgm:cxn modelId="{BCE2EE53-F4DB-4416-92F4-997270C9221E}" srcId="{8F6AB8C7-A003-45C3-BF70-1C5A3EB6A9CD}" destId="{4A0804EA-785A-436F-AF05-713916F03910}" srcOrd="0" destOrd="0" parTransId="{649656F5-1A63-4BBD-8F31-B0B19AFE7976}" sibTransId="{A23DD11C-959F-42BD-AA8C-AB5CD5111E86}"/>
    <dgm:cxn modelId="{9D20378E-E26B-4E53-88B4-F6250EE313EF}" type="presOf" srcId="{4A0804EA-785A-436F-AF05-713916F03910}" destId="{AAB65E3D-1DE8-4C1F-AD30-F6A76AC37B36}" srcOrd="0" destOrd="0" presId="urn:microsoft.com/office/officeart/2018/2/layout/IconVerticalSolidList"/>
    <dgm:cxn modelId="{6A68C2C0-AE3A-4A7E-95B3-876BD5F1E651}" type="presOf" srcId="{A5517A21-4777-4F27-8158-8641350E144C}" destId="{6829E7C0-ADFE-430B-B50F-E0E461EAAE85}" srcOrd="0" destOrd="0" presId="urn:microsoft.com/office/officeart/2018/2/layout/IconVerticalSolidList"/>
    <dgm:cxn modelId="{EE375CD4-C880-4AE1-8B82-C674924828A1}" type="presOf" srcId="{8F6AB8C7-A003-45C3-BF70-1C5A3EB6A9CD}" destId="{B29D4131-7981-4FA4-8216-A41D012C6C04}" srcOrd="0" destOrd="0" presId="urn:microsoft.com/office/officeart/2018/2/layout/IconVerticalSolidList"/>
    <dgm:cxn modelId="{CBC7B5E3-D500-40BF-9B4A-8732C46677D6}" srcId="{8F6AB8C7-A003-45C3-BF70-1C5A3EB6A9CD}" destId="{52DA051E-6517-4F03-9A39-BE4DD32BBF6C}" srcOrd="2" destOrd="0" parTransId="{8460482B-1B18-46B6-8FDB-EED85D9F5A28}" sibTransId="{C8A20A32-6949-47DB-BFFC-1FF57D7B525B}"/>
    <dgm:cxn modelId="{CD53B7E5-47EB-4683-B493-700EA0E372D9}" type="presParOf" srcId="{B29D4131-7981-4FA4-8216-A41D012C6C04}" destId="{97916C36-B9B6-40FC-BA12-D6A3720D9FBC}" srcOrd="0" destOrd="0" presId="urn:microsoft.com/office/officeart/2018/2/layout/IconVerticalSolidList"/>
    <dgm:cxn modelId="{75EEC833-6175-4317-B132-C684039290A6}" type="presParOf" srcId="{97916C36-B9B6-40FC-BA12-D6A3720D9FBC}" destId="{CB08E276-E64C-4CEC-B155-55180866F1CC}" srcOrd="0" destOrd="0" presId="urn:microsoft.com/office/officeart/2018/2/layout/IconVerticalSolidList"/>
    <dgm:cxn modelId="{D61AB33D-7CCF-463C-85AA-3767E064943F}" type="presParOf" srcId="{97916C36-B9B6-40FC-BA12-D6A3720D9FBC}" destId="{B394A7B8-EC67-424C-9346-5C7CCBBB33B2}" srcOrd="1" destOrd="0" presId="urn:microsoft.com/office/officeart/2018/2/layout/IconVerticalSolidList"/>
    <dgm:cxn modelId="{88FF01EB-AD92-4BA0-B296-D98900554440}" type="presParOf" srcId="{97916C36-B9B6-40FC-BA12-D6A3720D9FBC}" destId="{95796E8F-A708-46F1-935E-8D9CF4DC1188}" srcOrd="2" destOrd="0" presId="urn:microsoft.com/office/officeart/2018/2/layout/IconVerticalSolidList"/>
    <dgm:cxn modelId="{3C9AEDE5-C42A-4F91-81FC-D1EF0131BEB7}" type="presParOf" srcId="{97916C36-B9B6-40FC-BA12-D6A3720D9FBC}" destId="{AAB65E3D-1DE8-4C1F-AD30-F6A76AC37B36}" srcOrd="3" destOrd="0" presId="urn:microsoft.com/office/officeart/2018/2/layout/IconVerticalSolidList"/>
    <dgm:cxn modelId="{D0767512-A56E-47D5-89F2-DE5CC35FA943}" type="presParOf" srcId="{B29D4131-7981-4FA4-8216-A41D012C6C04}" destId="{EE7CFC33-AFFC-4D0E-AD6C-2C643D4E74EC}" srcOrd="1" destOrd="0" presId="urn:microsoft.com/office/officeart/2018/2/layout/IconVerticalSolidList"/>
    <dgm:cxn modelId="{7DC541FE-A0CB-4DD2-9F0F-E5B3617AE90C}" type="presParOf" srcId="{B29D4131-7981-4FA4-8216-A41D012C6C04}" destId="{A14C6058-C318-4944-9332-AC2FBD7A73B2}" srcOrd="2" destOrd="0" presId="urn:microsoft.com/office/officeart/2018/2/layout/IconVerticalSolidList"/>
    <dgm:cxn modelId="{4082B24D-FF3A-4385-8E1F-E1C04F206AC0}" type="presParOf" srcId="{A14C6058-C318-4944-9332-AC2FBD7A73B2}" destId="{4C4CC6FB-2107-46F3-A607-2ECAE3A60DE9}" srcOrd="0" destOrd="0" presId="urn:microsoft.com/office/officeart/2018/2/layout/IconVerticalSolidList"/>
    <dgm:cxn modelId="{96BA7080-0D6A-4920-9937-63D8E9AD1C2C}" type="presParOf" srcId="{A14C6058-C318-4944-9332-AC2FBD7A73B2}" destId="{6E2F69EF-07AC-43E1-B186-0B40DEA0B9BD}" srcOrd="1" destOrd="0" presId="urn:microsoft.com/office/officeart/2018/2/layout/IconVerticalSolidList"/>
    <dgm:cxn modelId="{5D03EBDD-C5B5-410E-8AD2-2872348C4035}" type="presParOf" srcId="{A14C6058-C318-4944-9332-AC2FBD7A73B2}" destId="{CEEF5C78-4D65-4682-8CDF-CE59A2BEC89F}" srcOrd="2" destOrd="0" presId="urn:microsoft.com/office/officeart/2018/2/layout/IconVerticalSolidList"/>
    <dgm:cxn modelId="{F25DDDBE-0D18-49C6-ADA3-2516C7F6CEA4}" type="presParOf" srcId="{A14C6058-C318-4944-9332-AC2FBD7A73B2}" destId="{A140068A-B4D4-4B1F-9031-AB6C619F56F2}" srcOrd="3" destOrd="0" presId="urn:microsoft.com/office/officeart/2018/2/layout/IconVerticalSolidList"/>
    <dgm:cxn modelId="{1EA32364-1574-49A8-8D4B-4A2EB7F2B806}" type="presParOf" srcId="{B29D4131-7981-4FA4-8216-A41D012C6C04}" destId="{3A5EAC54-EF48-4925-A4ED-6A8EB287EBD6}" srcOrd="3" destOrd="0" presId="urn:microsoft.com/office/officeart/2018/2/layout/IconVerticalSolidList"/>
    <dgm:cxn modelId="{BA8A2152-EC1C-437E-BDB3-045E8F8DF60F}" type="presParOf" srcId="{B29D4131-7981-4FA4-8216-A41D012C6C04}" destId="{652A305F-D1F5-420E-BCB2-331F7A7D96C2}" srcOrd="4" destOrd="0" presId="urn:microsoft.com/office/officeart/2018/2/layout/IconVerticalSolidList"/>
    <dgm:cxn modelId="{646847B7-4B7F-4FD7-9894-61B643CFCF22}" type="presParOf" srcId="{652A305F-D1F5-420E-BCB2-331F7A7D96C2}" destId="{87819FFB-D98C-4E35-B575-0AE9262690DF}" srcOrd="0" destOrd="0" presId="urn:microsoft.com/office/officeart/2018/2/layout/IconVerticalSolidList"/>
    <dgm:cxn modelId="{0141522B-5B4A-40B4-9333-20AB19989AB9}" type="presParOf" srcId="{652A305F-D1F5-420E-BCB2-331F7A7D96C2}" destId="{A9DA6F4D-2716-4A07-9634-5F0CA5A4876E}" srcOrd="1" destOrd="0" presId="urn:microsoft.com/office/officeart/2018/2/layout/IconVerticalSolidList"/>
    <dgm:cxn modelId="{298D8F9D-F1B1-4CE0-A019-9FFA2AF39000}" type="presParOf" srcId="{652A305F-D1F5-420E-BCB2-331F7A7D96C2}" destId="{531940E2-B979-43C1-A03C-EA9AF4C55D8C}" srcOrd="2" destOrd="0" presId="urn:microsoft.com/office/officeart/2018/2/layout/IconVerticalSolidList"/>
    <dgm:cxn modelId="{FA7A5173-D7D0-415F-A3EF-6FA84D4CBC3F}" type="presParOf" srcId="{652A305F-D1F5-420E-BCB2-331F7A7D96C2}" destId="{B66667CB-0B67-44B8-BEF8-01AD5649AC6F}" srcOrd="3" destOrd="0" presId="urn:microsoft.com/office/officeart/2018/2/layout/IconVerticalSolidList"/>
    <dgm:cxn modelId="{C3F8704B-B886-4BE4-AD07-A738D0A21960}" type="presParOf" srcId="{B29D4131-7981-4FA4-8216-A41D012C6C04}" destId="{6FB15677-619A-4205-B6BB-AB688E639FAA}" srcOrd="5" destOrd="0" presId="urn:microsoft.com/office/officeart/2018/2/layout/IconVerticalSolidList"/>
    <dgm:cxn modelId="{A4009CC0-D9E4-47D0-B5FD-36766E899998}" type="presParOf" srcId="{B29D4131-7981-4FA4-8216-A41D012C6C04}" destId="{F52DD42E-F430-4423-A629-37FA445B3042}" srcOrd="6" destOrd="0" presId="urn:microsoft.com/office/officeart/2018/2/layout/IconVerticalSolidList"/>
    <dgm:cxn modelId="{6512A991-471D-47EC-B8A8-8C3DEB5837D3}" type="presParOf" srcId="{F52DD42E-F430-4423-A629-37FA445B3042}" destId="{965F5B72-E087-451F-B958-EFC7EAF29CE6}" srcOrd="0" destOrd="0" presId="urn:microsoft.com/office/officeart/2018/2/layout/IconVerticalSolidList"/>
    <dgm:cxn modelId="{92C8DB89-A8EF-4757-86BA-2A2AAAE9FBD5}" type="presParOf" srcId="{F52DD42E-F430-4423-A629-37FA445B3042}" destId="{CA0B5E8E-5550-472B-9383-B5F6129464B7}" srcOrd="1" destOrd="0" presId="urn:microsoft.com/office/officeart/2018/2/layout/IconVerticalSolidList"/>
    <dgm:cxn modelId="{2AA4C2FC-875C-4022-BF0A-046FE78D5F90}" type="presParOf" srcId="{F52DD42E-F430-4423-A629-37FA445B3042}" destId="{B276922A-BD0F-4C35-B1B0-4C6287E60A71}" srcOrd="2" destOrd="0" presId="urn:microsoft.com/office/officeart/2018/2/layout/IconVerticalSolidList"/>
    <dgm:cxn modelId="{37E27E8E-4BE0-48B6-8E94-97AC5EB674AA}" type="presParOf" srcId="{F52DD42E-F430-4423-A629-37FA445B3042}" destId="{6829E7C0-ADFE-430B-B50F-E0E461EAAE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0F4E8FD-46DF-45F2-B2E5-F05D43E9F6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82B998B-1553-4E8B-94EB-95C7D5BDA881}">
      <dgm:prSet/>
      <dgm:spPr/>
      <dgm:t>
        <a:bodyPr/>
        <a:lstStyle/>
        <a:p>
          <a:r>
            <a:rPr lang="fr-FR"/>
            <a:t>- Mutualisation = réutilisation et standardisation</a:t>
          </a:r>
          <a:endParaRPr lang="en-US"/>
        </a:p>
      </dgm:t>
    </dgm:pt>
    <dgm:pt modelId="{07F1E629-C1B6-4DED-AF24-25E56D5A3EB3}" type="parTrans" cxnId="{1AE20767-B8AF-4740-8171-09D962CD828B}">
      <dgm:prSet/>
      <dgm:spPr/>
      <dgm:t>
        <a:bodyPr/>
        <a:lstStyle/>
        <a:p>
          <a:endParaRPr lang="en-US"/>
        </a:p>
      </dgm:t>
    </dgm:pt>
    <dgm:pt modelId="{582DC683-5A14-4942-B91E-849AD7CCFFED}" type="sibTrans" cxnId="{1AE20767-B8AF-4740-8171-09D962CD828B}">
      <dgm:prSet/>
      <dgm:spPr/>
      <dgm:t>
        <a:bodyPr/>
        <a:lstStyle/>
        <a:p>
          <a:endParaRPr lang="en-US"/>
        </a:p>
      </dgm:t>
    </dgm:pt>
    <dgm:pt modelId="{E4549FC5-418E-48E2-A629-41D8263B1D0C}">
      <dgm:prSet/>
      <dgm:spPr/>
      <dgm:t>
        <a:bodyPr/>
        <a:lstStyle/>
        <a:p>
          <a:r>
            <a:rPr lang="fr-FR"/>
            <a:t>- Shared Libraries : `vars`, `src`, `resources`</a:t>
          </a:r>
          <a:endParaRPr lang="en-US"/>
        </a:p>
      </dgm:t>
    </dgm:pt>
    <dgm:pt modelId="{2259777E-03BB-4C2A-9056-ED13589F5954}" type="parTrans" cxnId="{16638E0A-45C0-4943-BE7B-CBD856F7F098}">
      <dgm:prSet/>
      <dgm:spPr/>
      <dgm:t>
        <a:bodyPr/>
        <a:lstStyle/>
        <a:p>
          <a:endParaRPr lang="en-US"/>
        </a:p>
      </dgm:t>
    </dgm:pt>
    <dgm:pt modelId="{6AD9FAE6-3CBB-4D7B-8FAE-15603781A42F}" type="sibTrans" cxnId="{16638E0A-45C0-4943-BE7B-CBD856F7F098}">
      <dgm:prSet/>
      <dgm:spPr/>
      <dgm:t>
        <a:bodyPr/>
        <a:lstStyle/>
        <a:p>
          <a:endParaRPr lang="en-US"/>
        </a:p>
      </dgm:t>
    </dgm:pt>
    <dgm:pt modelId="{3493C3F6-1666-4B7F-9283-8EEAF1D88DD4}">
      <dgm:prSet/>
      <dgm:spPr/>
      <dgm:t>
        <a:bodyPr/>
        <a:lstStyle/>
        <a:p>
          <a:r>
            <a:rPr lang="fr-FR"/>
            <a:t>- Tests unitaires pour fiabilité</a:t>
          </a:r>
          <a:endParaRPr lang="en-US"/>
        </a:p>
      </dgm:t>
    </dgm:pt>
    <dgm:pt modelId="{6C5ABC73-41BF-4568-A94A-FEE8C6C8D9D5}" type="parTrans" cxnId="{3A5E42E9-4B0D-4267-922D-61313CBF9151}">
      <dgm:prSet/>
      <dgm:spPr/>
      <dgm:t>
        <a:bodyPr/>
        <a:lstStyle/>
        <a:p>
          <a:endParaRPr lang="en-US"/>
        </a:p>
      </dgm:t>
    </dgm:pt>
    <dgm:pt modelId="{CEE6E4E1-8687-4F32-959C-E22AA9E9C738}" type="sibTrans" cxnId="{3A5E42E9-4B0D-4267-922D-61313CBF9151}">
      <dgm:prSet/>
      <dgm:spPr/>
      <dgm:t>
        <a:bodyPr/>
        <a:lstStyle/>
        <a:p>
          <a:endParaRPr lang="en-US"/>
        </a:p>
      </dgm:t>
    </dgm:pt>
    <dgm:pt modelId="{42B36035-0B00-4E05-8C1C-6FFB80EF0DC4}">
      <dgm:prSet/>
      <dgm:spPr/>
      <dgm:t>
        <a:bodyPr/>
        <a:lstStyle/>
        <a:p>
          <a:r>
            <a:rPr lang="fr-FR"/>
            <a:t>- Déploiement centralisé et versionné</a:t>
          </a:r>
          <a:endParaRPr lang="en-US"/>
        </a:p>
      </dgm:t>
    </dgm:pt>
    <dgm:pt modelId="{44F0C7C9-6FF0-4118-9D9B-42D319157737}" type="parTrans" cxnId="{5A08F098-FF85-43F8-879F-6A06AB2CA652}">
      <dgm:prSet/>
      <dgm:spPr/>
      <dgm:t>
        <a:bodyPr/>
        <a:lstStyle/>
        <a:p>
          <a:endParaRPr lang="en-US"/>
        </a:p>
      </dgm:t>
    </dgm:pt>
    <dgm:pt modelId="{D210FDE3-553B-40ED-97A0-6EDD8E24A49C}" type="sibTrans" cxnId="{5A08F098-FF85-43F8-879F-6A06AB2CA652}">
      <dgm:prSet/>
      <dgm:spPr/>
      <dgm:t>
        <a:bodyPr/>
        <a:lstStyle/>
        <a:p>
          <a:endParaRPr lang="en-US"/>
        </a:p>
      </dgm:t>
    </dgm:pt>
    <dgm:pt modelId="{AA76E83F-38D5-4E2B-8D6B-2F0D91BCBBE9}">
      <dgm:prSet/>
      <dgm:spPr/>
      <dgm:t>
        <a:bodyPr/>
        <a:lstStyle/>
        <a:p>
          <a:r>
            <a:rPr lang="fr-FR"/>
            <a:t>- Réduction du code dupliqué et maintenance simplifiée</a:t>
          </a:r>
          <a:endParaRPr lang="en-US"/>
        </a:p>
      </dgm:t>
    </dgm:pt>
    <dgm:pt modelId="{C07A3136-4986-48EC-BB2F-9C0AC8598E2C}" type="parTrans" cxnId="{565FDE36-FBD2-44FB-BF9D-5807863F0132}">
      <dgm:prSet/>
      <dgm:spPr/>
      <dgm:t>
        <a:bodyPr/>
        <a:lstStyle/>
        <a:p>
          <a:endParaRPr lang="en-US"/>
        </a:p>
      </dgm:t>
    </dgm:pt>
    <dgm:pt modelId="{5B289F18-F91B-4034-AD41-D9DD64B135D8}" type="sibTrans" cxnId="{565FDE36-FBD2-44FB-BF9D-5807863F0132}">
      <dgm:prSet/>
      <dgm:spPr/>
      <dgm:t>
        <a:bodyPr/>
        <a:lstStyle/>
        <a:p>
          <a:endParaRPr lang="en-US"/>
        </a:p>
      </dgm:t>
    </dgm:pt>
    <dgm:pt modelId="{73AC4821-7F86-48FC-AA79-E7CC253B15A5}" type="pres">
      <dgm:prSet presAssocID="{00F4E8FD-46DF-45F2-B2E5-F05D43E9F611}" presName="root" presStyleCnt="0">
        <dgm:presLayoutVars>
          <dgm:dir/>
          <dgm:resizeHandles val="exact"/>
        </dgm:presLayoutVars>
      </dgm:prSet>
      <dgm:spPr/>
    </dgm:pt>
    <dgm:pt modelId="{499A96D3-E7E2-4F95-A3F8-307E5F1FAFE6}" type="pres">
      <dgm:prSet presAssocID="{182B998B-1553-4E8B-94EB-95C7D5BDA881}" presName="compNode" presStyleCnt="0"/>
      <dgm:spPr/>
    </dgm:pt>
    <dgm:pt modelId="{92ED31E3-13FE-4050-B828-0745C1DBFDA5}" type="pres">
      <dgm:prSet presAssocID="{182B998B-1553-4E8B-94EB-95C7D5BDA881}" presName="bgRect" presStyleLbl="bgShp" presStyleIdx="0" presStyleCnt="5"/>
      <dgm:spPr/>
    </dgm:pt>
    <dgm:pt modelId="{A572FFB3-8F49-4843-A0F5-AD79F9E215E0}" type="pres">
      <dgm:prSet presAssocID="{182B998B-1553-4E8B-94EB-95C7D5BDA88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26D4ABC8-0CBA-42A9-8E74-E569F6D5F0EE}" type="pres">
      <dgm:prSet presAssocID="{182B998B-1553-4E8B-94EB-95C7D5BDA881}" presName="spaceRect" presStyleCnt="0"/>
      <dgm:spPr/>
    </dgm:pt>
    <dgm:pt modelId="{E29A0172-40A5-49EB-80F1-DC1774F1CD07}" type="pres">
      <dgm:prSet presAssocID="{182B998B-1553-4E8B-94EB-95C7D5BDA881}" presName="parTx" presStyleLbl="revTx" presStyleIdx="0" presStyleCnt="5">
        <dgm:presLayoutVars>
          <dgm:chMax val="0"/>
          <dgm:chPref val="0"/>
        </dgm:presLayoutVars>
      </dgm:prSet>
      <dgm:spPr/>
    </dgm:pt>
    <dgm:pt modelId="{B4AA4CAD-3A44-4ED3-A0B9-C4DB34FE7D4B}" type="pres">
      <dgm:prSet presAssocID="{582DC683-5A14-4942-B91E-849AD7CCFFED}" presName="sibTrans" presStyleCnt="0"/>
      <dgm:spPr/>
    </dgm:pt>
    <dgm:pt modelId="{5DEB4845-8F33-4FC1-B45C-8C400BA719D1}" type="pres">
      <dgm:prSet presAssocID="{E4549FC5-418E-48E2-A629-41D8263B1D0C}" presName="compNode" presStyleCnt="0"/>
      <dgm:spPr/>
    </dgm:pt>
    <dgm:pt modelId="{2C55D218-A6F1-46F9-85A3-0B15D78D8C3E}" type="pres">
      <dgm:prSet presAssocID="{E4549FC5-418E-48E2-A629-41D8263B1D0C}" presName="bgRect" presStyleLbl="bgShp" presStyleIdx="1" presStyleCnt="5"/>
      <dgm:spPr/>
    </dgm:pt>
    <dgm:pt modelId="{B7C97C34-C708-49BF-A7A4-1676A0ADB6EA}" type="pres">
      <dgm:prSet presAssocID="{E4549FC5-418E-48E2-A629-41D8263B1D0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urnal"/>
        </a:ext>
      </dgm:extLst>
    </dgm:pt>
    <dgm:pt modelId="{3EC76DEF-B225-485D-9311-4D5E23B7E0F2}" type="pres">
      <dgm:prSet presAssocID="{E4549FC5-418E-48E2-A629-41D8263B1D0C}" presName="spaceRect" presStyleCnt="0"/>
      <dgm:spPr/>
    </dgm:pt>
    <dgm:pt modelId="{3BE6E2EC-3736-4D0D-AE3C-F86DCA50EB17}" type="pres">
      <dgm:prSet presAssocID="{E4549FC5-418E-48E2-A629-41D8263B1D0C}" presName="parTx" presStyleLbl="revTx" presStyleIdx="1" presStyleCnt="5">
        <dgm:presLayoutVars>
          <dgm:chMax val="0"/>
          <dgm:chPref val="0"/>
        </dgm:presLayoutVars>
      </dgm:prSet>
      <dgm:spPr/>
    </dgm:pt>
    <dgm:pt modelId="{6FCF6294-1852-4DF4-AE13-C1B8F2C88C7C}" type="pres">
      <dgm:prSet presAssocID="{6AD9FAE6-3CBB-4D7B-8FAE-15603781A42F}" presName="sibTrans" presStyleCnt="0"/>
      <dgm:spPr/>
    </dgm:pt>
    <dgm:pt modelId="{17BEB5F4-255D-423E-815D-D30FDC71FAB9}" type="pres">
      <dgm:prSet presAssocID="{3493C3F6-1666-4B7F-9283-8EEAF1D88DD4}" presName="compNode" presStyleCnt="0"/>
      <dgm:spPr/>
    </dgm:pt>
    <dgm:pt modelId="{9585F1BC-132F-489B-A29E-7149769B30DD}" type="pres">
      <dgm:prSet presAssocID="{3493C3F6-1666-4B7F-9283-8EEAF1D88DD4}" presName="bgRect" presStyleLbl="bgShp" presStyleIdx="2" presStyleCnt="5"/>
      <dgm:spPr/>
    </dgm:pt>
    <dgm:pt modelId="{A8EBAD62-33E6-40AE-84AC-6A7A5270B197}" type="pres">
      <dgm:prSet presAssocID="{3493C3F6-1666-4B7F-9283-8EEAF1D88DD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58ED1ACE-9E34-4950-9C2A-E23B56CF822D}" type="pres">
      <dgm:prSet presAssocID="{3493C3F6-1666-4B7F-9283-8EEAF1D88DD4}" presName="spaceRect" presStyleCnt="0"/>
      <dgm:spPr/>
    </dgm:pt>
    <dgm:pt modelId="{AF5E8B15-246A-42D7-BA6B-5A2E490E0B70}" type="pres">
      <dgm:prSet presAssocID="{3493C3F6-1666-4B7F-9283-8EEAF1D88DD4}" presName="parTx" presStyleLbl="revTx" presStyleIdx="2" presStyleCnt="5">
        <dgm:presLayoutVars>
          <dgm:chMax val="0"/>
          <dgm:chPref val="0"/>
        </dgm:presLayoutVars>
      </dgm:prSet>
      <dgm:spPr/>
    </dgm:pt>
    <dgm:pt modelId="{904DFF4F-82D6-435F-B5C9-2DF50A89C1ED}" type="pres">
      <dgm:prSet presAssocID="{CEE6E4E1-8687-4F32-959C-E22AA9E9C738}" presName="sibTrans" presStyleCnt="0"/>
      <dgm:spPr/>
    </dgm:pt>
    <dgm:pt modelId="{69565297-66B1-4FD3-AB9F-D2A1C2CA5EE0}" type="pres">
      <dgm:prSet presAssocID="{42B36035-0B00-4E05-8C1C-6FFB80EF0DC4}" presName="compNode" presStyleCnt="0"/>
      <dgm:spPr/>
    </dgm:pt>
    <dgm:pt modelId="{8D64E8E8-C8B1-4C40-BA08-4F3F462F6A18}" type="pres">
      <dgm:prSet presAssocID="{42B36035-0B00-4E05-8C1C-6FFB80EF0DC4}" presName="bgRect" presStyleLbl="bgShp" presStyleIdx="3" presStyleCnt="5"/>
      <dgm:spPr/>
    </dgm:pt>
    <dgm:pt modelId="{25EE5785-9E87-48F7-A497-0F0D1498E505}" type="pres">
      <dgm:prSet presAssocID="{42B36035-0B00-4E05-8C1C-6FFB80EF0DC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seau"/>
        </a:ext>
      </dgm:extLst>
    </dgm:pt>
    <dgm:pt modelId="{15F35432-3BF8-46AB-AA90-1320DE0B7587}" type="pres">
      <dgm:prSet presAssocID="{42B36035-0B00-4E05-8C1C-6FFB80EF0DC4}" presName="spaceRect" presStyleCnt="0"/>
      <dgm:spPr/>
    </dgm:pt>
    <dgm:pt modelId="{41565916-EB99-4B1B-BA08-91EAE9D6B8A2}" type="pres">
      <dgm:prSet presAssocID="{42B36035-0B00-4E05-8C1C-6FFB80EF0DC4}" presName="parTx" presStyleLbl="revTx" presStyleIdx="3" presStyleCnt="5">
        <dgm:presLayoutVars>
          <dgm:chMax val="0"/>
          <dgm:chPref val="0"/>
        </dgm:presLayoutVars>
      </dgm:prSet>
      <dgm:spPr/>
    </dgm:pt>
    <dgm:pt modelId="{2EA020AE-4368-47F6-9FEA-43E7764710E1}" type="pres">
      <dgm:prSet presAssocID="{D210FDE3-553B-40ED-97A0-6EDD8E24A49C}" presName="sibTrans" presStyleCnt="0"/>
      <dgm:spPr/>
    </dgm:pt>
    <dgm:pt modelId="{F8E54D7E-5A6D-4A8E-BB02-40C467C96AD5}" type="pres">
      <dgm:prSet presAssocID="{AA76E83F-38D5-4E2B-8D6B-2F0D91BCBBE9}" presName="compNode" presStyleCnt="0"/>
      <dgm:spPr/>
    </dgm:pt>
    <dgm:pt modelId="{F44FB9D5-42F9-4D8B-B303-9A20FD20DF81}" type="pres">
      <dgm:prSet presAssocID="{AA76E83F-38D5-4E2B-8D6B-2F0D91BCBBE9}" presName="bgRect" presStyleLbl="bgShp" presStyleIdx="4" presStyleCnt="5"/>
      <dgm:spPr/>
    </dgm:pt>
    <dgm:pt modelId="{41C1A852-58FA-4E87-B871-B31733FA0067}" type="pres">
      <dgm:prSet presAssocID="{AA76E83F-38D5-4E2B-8D6B-2F0D91BCBBE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quage"/>
        </a:ext>
      </dgm:extLst>
    </dgm:pt>
    <dgm:pt modelId="{BA5FD2C3-39C1-44B7-AFA3-231552E67A98}" type="pres">
      <dgm:prSet presAssocID="{AA76E83F-38D5-4E2B-8D6B-2F0D91BCBBE9}" presName="spaceRect" presStyleCnt="0"/>
      <dgm:spPr/>
    </dgm:pt>
    <dgm:pt modelId="{EC63743F-DFE0-47B6-9C5E-3CD10E918BA7}" type="pres">
      <dgm:prSet presAssocID="{AA76E83F-38D5-4E2B-8D6B-2F0D91BCBBE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638E0A-45C0-4943-BE7B-CBD856F7F098}" srcId="{00F4E8FD-46DF-45F2-B2E5-F05D43E9F611}" destId="{E4549FC5-418E-48E2-A629-41D8263B1D0C}" srcOrd="1" destOrd="0" parTransId="{2259777E-03BB-4C2A-9056-ED13589F5954}" sibTransId="{6AD9FAE6-3CBB-4D7B-8FAE-15603781A42F}"/>
    <dgm:cxn modelId="{14CA9F31-641C-45B6-89CB-61671E8D168D}" type="presOf" srcId="{3493C3F6-1666-4B7F-9283-8EEAF1D88DD4}" destId="{AF5E8B15-246A-42D7-BA6B-5A2E490E0B70}" srcOrd="0" destOrd="0" presId="urn:microsoft.com/office/officeart/2018/2/layout/IconVerticalSolidList"/>
    <dgm:cxn modelId="{565FDE36-FBD2-44FB-BF9D-5807863F0132}" srcId="{00F4E8FD-46DF-45F2-B2E5-F05D43E9F611}" destId="{AA76E83F-38D5-4E2B-8D6B-2F0D91BCBBE9}" srcOrd="4" destOrd="0" parTransId="{C07A3136-4986-48EC-BB2F-9C0AC8598E2C}" sibTransId="{5B289F18-F91B-4034-AD41-D9DD64B135D8}"/>
    <dgm:cxn modelId="{1AE20767-B8AF-4740-8171-09D962CD828B}" srcId="{00F4E8FD-46DF-45F2-B2E5-F05D43E9F611}" destId="{182B998B-1553-4E8B-94EB-95C7D5BDA881}" srcOrd="0" destOrd="0" parTransId="{07F1E629-C1B6-4DED-AF24-25E56D5A3EB3}" sibTransId="{582DC683-5A14-4942-B91E-849AD7CCFFED}"/>
    <dgm:cxn modelId="{12963154-EB7F-4FB9-8386-3729AC4CB863}" type="presOf" srcId="{E4549FC5-418E-48E2-A629-41D8263B1D0C}" destId="{3BE6E2EC-3736-4D0D-AE3C-F86DCA50EB17}" srcOrd="0" destOrd="0" presId="urn:microsoft.com/office/officeart/2018/2/layout/IconVerticalSolidList"/>
    <dgm:cxn modelId="{5A08F098-FF85-43F8-879F-6A06AB2CA652}" srcId="{00F4E8FD-46DF-45F2-B2E5-F05D43E9F611}" destId="{42B36035-0B00-4E05-8C1C-6FFB80EF0DC4}" srcOrd="3" destOrd="0" parTransId="{44F0C7C9-6FF0-4118-9D9B-42D319157737}" sibTransId="{D210FDE3-553B-40ED-97A0-6EDD8E24A49C}"/>
    <dgm:cxn modelId="{C05B8F99-31FF-4656-8794-F13ECE2409BB}" type="presOf" srcId="{00F4E8FD-46DF-45F2-B2E5-F05D43E9F611}" destId="{73AC4821-7F86-48FC-AA79-E7CC253B15A5}" srcOrd="0" destOrd="0" presId="urn:microsoft.com/office/officeart/2018/2/layout/IconVerticalSolidList"/>
    <dgm:cxn modelId="{C8EE059E-93B7-4F9C-AF27-EA7B7A491814}" type="presOf" srcId="{AA76E83F-38D5-4E2B-8D6B-2F0D91BCBBE9}" destId="{EC63743F-DFE0-47B6-9C5E-3CD10E918BA7}" srcOrd="0" destOrd="0" presId="urn:microsoft.com/office/officeart/2018/2/layout/IconVerticalSolidList"/>
    <dgm:cxn modelId="{3B1938B7-4A4B-4A72-860D-1890D5441B7F}" type="presOf" srcId="{182B998B-1553-4E8B-94EB-95C7D5BDA881}" destId="{E29A0172-40A5-49EB-80F1-DC1774F1CD07}" srcOrd="0" destOrd="0" presId="urn:microsoft.com/office/officeart/2018/2/layout/IconVerticalSolidList"/>
    <dgm:cxn modelId="{3A5E42E9-4B0D-4267-922D-61313CBF9151}" srcId="{00F4E8FD-46DF-45F2-B2E5-F05D43E9F611}" destId="{3493C3F6-1666-4B7F-9283-8EEAF1D88DD4}" srcOrd="2" destOrd="0" parTransId="{6C5ABC73-41BF-4568-A94A-FEE8C6C8D9D5}" sibTransId="{CEE6E4E1-8687-4F32-959C-E22AA9E9C738}"/>
    <dgm:cxn modelId="{5FC26BFE-ED5F-4816-B0AA-5894A02A3C8D}" type="presOf" srcId="{42B36035-0B00-4E05-8C1C-6FFB80EF0DC4}" destId="{41565916-EB99-4B1B-BA08-91EAE9D6B8A2}" srcOrd="0" destOrd="0" presId="urn:microsoft.com/office/officeart/2018/2/layout/IconVerticalSolidList"/>
    <dgm:cxn modelId="{4B96E1E3-EDAC-4C97-BE33-8C01B223FA08}" type="presParOf" srcId="{73AC4821-7F86-48FC-AA79-E7CC253B15A5}" destId="{499A96D3-E7E2-4F95-A3F8-307E5F1FAFE6}" srcOrd="0" destOrd="0" presId="urn:microsoft.com/office/officeart/2018/2/layout/IconVerticalSolidList"/>
    <dgm:cxn modelId="{CC919354-DAD8-4F15-A58C-3862BD83EAE1}" type="presParOf" srcId="{499A96D3-E7E2-4F95-A3F8-307E5F1FAFE6}" destId="{92ED31E3-13FE-4050-B828-0745C1DBFDA5}" srcOrd="0" destOrd="0" presId="urn:microsoft.com/office/officeart/2018/2/layout/IconVerticalSolidList"/>
    <dgm:cxn modelId="{9C1AFC9C-43E2-4D73-ABE6-71DDF05BC1ED}" type="presParOf" srcId="{499A96D3-E7E2-4F95-A3F8-307E5F1FAFE6}" destId="{A572FFB3-8F49-4843-A0F5-AD79F9E215E0}" srcOrd="1" destOrd="0" presId="urn:microsoft.com/office/officeart/2018/2/layout/IconVerticalSolidList"/>
    <dgm:cxn modelId="{9E454738-4137-4FE2-AC45-0A5112D8AB51}" type="presParOf" srcId="{499A96D3-E7E2-4F95-A3F8-307E5F1FAFE6}" destId="{26D4ABC8-0CBA-42A9-8E74-E569F6D5F0EE}" srcOrd="2" destOrd="0" presId="urn:microsoft.com/office/officeart/2018/2/layout/IconVerticalSolidList"/>
    <dgm:cxn modelId="{FED1E918-9225-4299-A4A5-9DB975095153}" type="presParOf" srcId="{499A96D3-E7E2-4F95-A3F8-307E5F1FAFE6}" destId="{E29A0172-40A5-49EB-80F1-DC1774F1CD07}" srcOrd="3" destOrd="0" presId="urn:microsoft.com/office/officeart/2018/2/layout/IconVerticalSolidList"/>
    <dgm:cxn modelId="{456C2D16-DEE2-4644-9BE2-411AC2B7505F}" type="presParOf" srcId="{73AC4821-7F86-48FC-AA79-E7CC253B15A5}" destId="{B4AA4CAD-3A44-4ED3-A0B9-C4DB34FE7D4B}" srcOrd="1" destOrd="0" presId="urn:microsoft.com/office/officeart/2018/2/layout/IconVerticalSolidList"/>
    <dgm:cxn modelId="{9C83FF8D-893D-4DB9-A0EA-577CD53BD0FA}" type="presParOf" srcId="{73AC4821-7F86-48FC-AA79-E7CC253B15A5}" destId="{5DEB4845-8F33-4FC1-B45C-8C400BA719D1}" srcOrd="2" destOrd="0" presId="urn:microsoft.com/office/officeart/2018/2/layout/IconVerticalSolidList"/>
    <dgm:cxn modelId="{872E17B4-AE92-4B1B-9F49-7410AA0C65B7}" type="presParOf" srcId="{5DEB4845-8F33-4FC1-B45C-8C400BA719D1}" destId="{2C55D218-A6F1-46F9-85A3-0B15D78D8C3E}" srcOrd="0" destOrd="0" presId="urn:microsoft.com/office/officeart/2018/2/layout/IconVerticalSolidList"/>
    <dgm:cxn modelId="{C610955C-B137-474D-A6BB-4D8AEF4BE918}" type="presParOf" srcId="{5DEB4845-8F33-4FC1-B45C-8C400BA719D1}" destId="{B7C97C34-C708-49BF-A7A4-1676A0ADB6EA}" srcOrd="1" destOrd="0" presId="urn:microsoft.com/office/officeart/2018/2/layout/IconVerticalSolidList"/>
    <dgm:cxn modelId="{BBC501ED-A372-4E31-A8FA-E21D3662B90D}" type="presParOf" srcId="{5DEB4845-8F33-4FC1-B45C-8C400BA719D1}" destId="{3EC76DEF-B225-485D-9311-4D5E23B7E0F2}" srcOrd="2" destOrd="0" presId="urn:microsoft.com/office/officeart/2018/2/layout/IconVerticalSolidList"/>
    <dgm:cxn modelId="{92257E9C-E71B-4C00-8CE3-C6EE52ADDF70}" type="presParOf" srcId="{5DEB4845-8F33-4FC1-B45C-8C400BA719D1}" destId="{3BE6E2EC-3736-4D0D-AE3C-F86DCA50EB17}" srcOrd="3" destOrd="0" presId="urn:microsoft.com/office/officeart/2018/2/layout/IconVerticalSolidList"/>
    <dgm:cxn modelId="{5C6D93C9-431C-45BE-BD26-06F6B1E5ADF3}" type="presParOf" srcId="{73AC4821-7F86-48FC-AA79-E7CC253B15A5}" destId="{6FCF6294-1852-4DF4-AE13-C1B8F2C88C7C}" srcOrd="3" destOrd="0" presId="urn:microsoft.com/office/officeart/2018/2/layout/IconVerticalSolidList"/>
    <dgm:cxn modelId="{4BEC2068-46FE-45BD-8E41-92393A3458FD}" type="presParOf" srcId="{73AC4821-7F86-48FC-AA79-E7CC253B15A5}" destId="{17BEB5F4-255D-423E-815D-D30FDC71FAB9}" srcOrd="4" destOrd="0" presId="urn:microsoft.com/office/officeart/2018/2/layout/IconVerticalSolidList"/>
    <dgm:cxn modelId="{8DEB339F-AD87-46A7-8F6B-22C75C94F76E}" type="presParOf" srcId="{17BEB5F4-255D-423E-815D-D30FDC71FAB9}" destId="{9585F1BC-132F-489B-A29E-7149769B30DD}" srcOrd="0" destOrd="0" presId="urn:microsoft.com/office/officeart/2018/2/layout/IconVerticalSolidList"/>
    <dgm:cxn modelId="{6FF9B3C9-B32C-4EBD-8C12-FB5B7BD9A2A6}" type="presParOf" srcId="{17BEB5F4-255D-423E-815D-D30FDC71FAB9}" destId="{A8EBAD62-33E6-40AE-84AC-6A7A5270B197}" srcOrd="1" destOrd="0" presId="urn:microsoft.com/office/officeart/2018/2/layout/IconVerticalSolidList"/>
    <dgm:cxn modelId="{A0735C9A-8B44-4B6D-B0DF-32740D84ABE2}" type="presParOf" srcId="{17BEB5F4-255D-423E-815D-D30FDC71FAB9}" destId="{58ED1ACE-9E34-4950-9C2A-E23B56CF822D}" srcOrd="2" destOrd="0" presId="urn:microsoft.com/office/officeart/2018/2/layout/IconVerticalSolidList"/>
    <dgm:cxn modelId="{FD33FB21-B8DB-46C8-BF2F-2E55AF32055A}" type="presParOf" srcId="{17BEB5F4-255D-423E-815D-D30FDC71FAB9}" destId="{AF5E8B15-246A-42D7-BA6B-5A2E490E0B70}" srcOrd="3" destOrd="0" presId="urn:microsoft.com/office/officeart/2018/2/layout/IconVerticalSolidList"/>
    <dgm:cxn modelId="{5B5BE710-F92E-4D49-9ECB-DBB50B8EF75D}" type="presParOf" srcId="{73AC4821-7F86-48FC-AA79-E7CC253B15A5}" destId="{904DFF4F-82D6-435F-B5C9-2DF50A89C1ED}" srcOrd="5" destOrd="0" presId="urn:microsoft.com/office/officeart/2018/2/layout/IconVerticalSolidList"/>
    <dgm:cxn modelId="{9A669725-948A-4961-9F64-A82BDB8A54B3}" type="presParOf" srcId="{73AC4821-7F86-48FC-AA79-E7CC253B15A5}" destId="{69565297-66B1-4FD3-AB9F-D2A1C2CA5EE0}" srcOrd="6" destOrd="0" presId="urn:microsoft.com/office/officeart/2018/2/layout/IconVerticalSolidList"/>
    <dgm:cxn modelId="{CE031D51-B837-4E10-A29E-B6B033E81BD5}" type="presParOf" srcId="{69565297-66B1-4FD3-AB9F-D2A1C2CA5EE0}" destId="{8D64E8E8-C8B1-4C40-BA08-4F3F462F6A18}" srcOrd="0" destOrd="0" presId="urn:microsoft.com/office/officeart/2018/2/layout/IconVerticalSolidList"/>
    <dgm:cxn modelId="{D4404700-DA07-462E-9B50-96CF74E5FB7B}" type="presParOf" srcId="{69565297-66B1-4FD3-AB9F-D2A1C2CA5EE0}" destId="{25EE5785-9E87-48F7-A497-0F0D1498E505}" srcOrd="1" destOrd="0" presId="urn:microsoft.com/office/officeart/2018/2/layout/IconVerticalSolidList"/>
    <dgm:cxn modelId="{B281FBF4-5C70-4BB3-836A-06D866DFAD71}" type="presParOf" srcId="{69565297-66B1-4FD3-AB9F-D2A1C2CA5EE0}" destId="{15F35432-3BF8-46AB-AA90-1320DE0B7587}" srcOrd="2" destOrd="0" presId="urn:microsoft.com/office/officeart/2018/2/layout/IconVerticalSolidList"/>
    <dgm:cxn modelId="{0565F0C1-CBC6-4E6A-B42F-D2656DF69543}" type="presParOf" srcId="{69565297-66B1-4FD3-AB9F-D2A1C2CA5EE0}" destId="{41565916-EB99-4B1B-BA08-91EAE9D6B8A2}" srcOrd="3" destOrd="0" presId="urn:microsoft.com/office/officeart/2018/2/layout/IconVerticalSolidList"/>
    <dgm:cxn modelId="{C998214D-48B5-4C76-A297-2A30318B3A4F}" type="presParOf" srcId="{73AC4821-7F86-48FC-AA79-E7CC253B15A5}" destId="{2EA020AE-4368-47F6-9FEA-43E7764710E1}" srcOrd="7" destOrd="0" presId="urn:microsoft.com/office/officeart/2018/2/layout/IconVerticalSolidList"/>
    <dgm:cxn modelId="{B47A6EF3-B330-4D5A-B7F7-C910A84959BA}" type="presParOf" srcId="{73AC4821-7F86-48FC-AA79-E7CC253B15A5}" destId="{F8E54D7E-5A6D-4A8E-BB02-40C467C96AD5}" srcOrd="8" destOrd="0" presId="urn:microsoft.com/office/officeart/2018/2/layout/IconVerticalSolidList"/>
    <dgm:cxn modelId="{D61BD607-DACC-4A4A-9774-3F01DE899A62}" type="presParOf" srcId="{F8E54D7E-5A6D-4A8E-BB02-40C467C96AD5}" destId="{F44FB9D5-42F9-4D8B-B303-9A20FD20DF81}" srcOrd="0" destOrd="0" presId="urn:microsoft.com/office/officeart/2018/2/layout/IconVerticalSolidList"/>
    <dgm:cxn modelId="{715E0DDE-C953-4064-85D0-4ECDBD378901}" type="presParOf" srcId="{F8E54D7E-5A6D-4A8E-BB02-40C467C96AD5}" destId="{41C1A852-58FA-4E87-B871-B31733FA0067}" srcOrd="1" destOrd="0" presId="urn:microsoft.com/office/officeart/2018/2/layout/IconVerticalSolidList"/>
    <dgm:cxn modelId="{89F1C27E-874A-4D5D-82C8-14DC1E16A363}" type="presParOf" srcId="{F8E54D7E-5A6D-4A8E-BB02-40C467C96AD5}" destId="{BA5FD2C3-39C1-44B7-AFA3-231552E67A98}" srcOrd="2" destOrd="0" presId="urn:microsoft.com/office/officeart/2018/2/layout/IconVerticalSolidList"/>
    <dgm:cxn modelId="{47E78AC8-9CD8-4B06-9590-C094EF7C5558}" type="presParOf" srcId="{F8E54D7E-5A6D-4A8E-BB02-40C467C96AD5}" destId="{EC63743F-DFE0-47B6-9C5E-3CD10E918B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816F3D1-5022-49BB-969B-1D45FE55696D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B7B7175-F068-416B-9511-3B37643551D3}">
      <dgm:prSet/>
      <dgm:spPr/>
      <dgm:t>
        <a:bodyPr/>
        <a:lstStyle/>
        <a:p>
          <a:r>
            <a:rPr lang="fr-FR"/>
            <a:t>- Administration = sécurité + gestion des utilisateurs + monitoring</a:t>
          </a:r>
          <a:endParaRPr lang="en-US"/>
        </a:p>
      </dgm:t>
    </dgm:pt>
    <dgm:pt modelId="{B4AF3548-334C-4A36-A2D0-0F54B96C8C40}" type="parTrans" cxnId="{7AFE0626-6CB9-4C80-B01D-A77AB1DE27B3}">
      <dgm:prSet/>
      <dgm:spPr/>
      <dgm:t>
        <a:bodyPr/>
        <a:lstStyle/>
        <a:p>
          <a:endParaRPr lang="en-US"/>
        </a:p>
      </dgm:t>
    </dgm:pt>
    <dgm:pt modelId="{E751C1E0-0089-40F6-8E2E-357AF3B23495}" type="sibTrans" cxnId="{7AFE0626-6CB9-4C80-B01D-A77AB1DE27B3}">
      <dgm:prSet/>
      <dgm:spPr/>
      <dgm:t>
        <a:bodyPr/>
        <a:lstStyle/>
        <a:p>
          <a:endParaRPr lang="en-US"/>
        </a:p>
      </dgm:t>
    </dgm:pt>
    <dgm:pt modelId="{9A031759-EFEB-4782-9E29-228C006A4459}">
      <dgm:prSet/>
      <dgm:spPr/>
      <dgm:t>
        <a:bodyPr/>
        <a:lstStyle/>
        <a:p>
          <a:r>
            <a:rPr lang="fr-FR"/>
            <a:t>- Activation sécurité et rôles pour contrôle des accès</a:t>
          </a:r>
          <a:endParaRPr lang="en-US"/>
        </a:p>
      </dgm:t>
    </dgm:pt>
    <dgm:pt modelId="{4745C3F5-BD42-45CD-91F0-D61AF4181734}" type="parTrans" cxnId="{F0D289D9-1124-4345-B550-476650611F20}">
      <dgm:prSet/>
      <dgm:spPr/>
      <dgm:t>
        <a:bodyPr/>
        <a:lstStyle/>
        <a:p>
          <a:endParaRPr lang="en-US"/>
        </a:p>
      </dgm:t>
    </dgm:pt>
    <dgm:pt modelId="{5EA8BD22-B5D3-48B5-9236-614716CE6A61}" type="sibTrans" cxnId="{F0D289D9-1124-4345-B550-476650611F20}">
      <dgm:prSet/>
      <dgm:spPr/>
      <dgm:t>
        <a:bodyPr/>
        <a:lstStyle/>
        <a:p>
          <a:endParaRPr lang="en-US"/>
        </a:p>
      </dgm:t>
    </dgm:pt>
    <dgm:pt modelId="{56836583-738D-4920-B913-37C4AB877162}">
      <dgm:prSet/>
      <dgm:spPr/>
      <dgm:t>
        <a:bodyPr/>
        <a:lstStyle/>
        <a:p>
          <a:r>
            <a:rPr lang="fr-FR"/>
            <a:t>- Journaux pour audit et suivi</a:t>
          </a:r>
          <a:endParaRPr lang="en-US"/>
        </a:p>
      </dgm:t>
    </dgm:pt>
    <dgm:pt modelId="{02AE6B4B-F84A-480E-A17D-D02899960381}" type="parTrans" cxnId="{2C83FEC0-880F-4EF7-A974-47436964874E}">
      <dgm:prSet/>
      <dgm:spPr/>
      <dgm:t>
        <a:bodyPr/>
        <a:lstStyle/>
        <a:p>
          <a:endParaRPr lang="en-US"/>
        </a:p>
      </dgm:t>
    </dgm:pt>
    <dgm:pt modelId="{B95287B0-28E9-4C00-8E65-5CAC335FF6E0}" type="sibTrans" cxnId="{2C83FEC0-880F-4EF7-A974-47436964874E}">
      <dgm:prSet/>
      <dgm:spPr/>
      <dgm:t>
        <a:bodyPr/>
        <a:lstStyle/>
        <a:p>
          <a:endParaRPr lang="en-US"/>
        </a:p>
      </dgm:t>
    </dgm:pt>
    <dgm:pt modelId="{3128E3E3-60E7-42A9-BFC1-F7F1E309169A}">
      <dgm:prSet/>
      <dgm:spPr/>
      <dgm:t>
        <a:bodyPr/>
        <a:lstStyle/>
        <a:p>
          <a:r>
            <a:rPr lang="fr-FR"/>
            <a:t>- Gestion disque et ressources pour performance</a:t>
          </a:r>
          <a:endParaRPr lang="en-US"/>
        </a:p>
      </dgm:t>
    </dgm:pt>
    <dgm:pt modelId="{407AFCA7-B35D-46AA-84F9-62F6C92A0571}" type="parTrans" cxnId="{C9F59152-CA1F-4470-8571-DD4C8DF75A4E}">
      <dgm:prSet/>
      <dgm:spPr/>
      <dgm:t>
        <a:bodyPr/>
        <a:lstStyle/>
        <a:p>
          <a:endParaRPr lang="en-US"/>
        </a:p>
      </dgm:t>
    </dgm:pt>
    <dgm:pt modelId="{88BF205B-2D3B-4F3D-96C9-EC07C59FB1DE}" type="sibTrans" cxnId="{C9F59152-CA1F-4470-8571-DD4C8DF75A4E}">
      <dgm:prSet/>
      <dgm:spPr/>
      <dgm:t>
        <a:bodyPr/>
        <a:lstStyle/>
        <a:p>
          <a:endParaRPr lang="en-US"/>
        </a:p>
      </dgm:t>
    </dgm:pt>
    <dgm:pt modelId="{0015A8CB-3C33-49C7-8052-D8C6C1B237FB}">
      <dgm:prSet/>
      <dgm:spPr/>
      <dgm:t>
        <a:bodyPr/>
        <a:lstStyle/>
        <a:p>
          <a:r>
            <a:rPr lang="fr-FR"/>
            <a:t>- Sauvegarde pour fiabilité et reprise d’activité</a:t>
          </a:r>
          <a:endParaRPr lang="en-US"/>
        </a:p>
      </dgm:t>
    </dgm:pt>
    <dgm:pt modelId="{AA28941B-CB64-42C3-925E-D7FE75B3CC84}" type="parTrans" cxnId="{BF176DB2-10E7-43BF-AAA2-914E55C7B917}">
      <dgm:prSet/>
      <dgm:spPr/>
      <dgm:t>
        <a:bodyPr/>
        <a:lstStyle/>
        <a:p>
          <a:endParaRPr lang="en-US"/>
        </a:p>
      </dgm:t>
    </dgm:pt>
    <dgm:pt modelId="{B71DE8A9-A87B-4802-83A6-906D2BB3ABA0}" type="sibTrans" cxnId="{BF176DB2-10E7-43BF-AAA2-914E55C7B917}">
      <dgm:prSet/>
      <dgm:spPr/>
      <dgm:t>
        <a:bodyPr/>
        <a:lstStyle/>
        <a:p>
          <a:endParaRPr lang="en-US"/>
        </a:p>
      </dgm:t>
    </dgm:pt>
    <dgm:pt modelId="{F5B4D6CB-1961-46B8-9796-D739C4A915AB}" type="pres">
      <dgm:prSet presAssocID="{9816F3D1-5022-49BB-969B-1D45FE55696D}" presName="linear" presStyleCnt="0">
        <dgm:presLayoutVars>
          <dgm:animLvl val="lvl"/>
          <dgm:resizeHandles val="exact"/>
        </dgm:presLayoutVars>
      </dgm:prSet>
      <dgm:spPr/>
    </dgm:pt>
    <dgm:pt modelId="{CE54060C-A51B-4CCA-A343-F0C1A240828B}" type="pres">
      <dgm:prSet presAssocID="{BB7B7175-F068-416B-9511-3B37643551D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AA7C46A-4015-450F-83B5-DD4F1D50F246}" type="pres">
      <dgm:prSet presAssocID="{E751C1E0-0089-40F6-8E2E-357AF3B23495}" presName="spacer" presStyleCnt="0"/>
      <dgm:spPr/>
    </dgm:pt>
    <dgm:pt modelId="{B60CB64F-3BAA-4F7C-89D4-C09A8D291045}" type="pres">
      <dgm:prSet presAssocID="{9A031759-EFEB-4782-9E29-228C006A44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A833472-CC81-4036-AAC9-585BE0A7DD4E}" type="pres">
      <dgm:prSet presAssocID="{5EA8BD22-B5D3-48B5-9236-614716CE6A61}" presName="spacer" presStyleCnt="0"/>
      <dgm:spPr/>
    </dgm:pt>
    <dgm:pt modelId="{DCEBC307-A88C-4B66-8C5F-4E47023A5D96}" type="pres">
      <dgm:prSet presAssocID="{56836583-738D-4920-B913-37C4AB87716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D8AD333-710E-45E9-86BC-E1DB18395464}" type="pres">
      <dgm:prSet presAssocID="{B95287B0-28E9-4C00-8E65-5CAC335FF6E0}" presName="spacer" presStyleCnt="0"/>
      <dgm:spPr/>
    </dgm:pt>
    <dgm:pt modelId="{837F4890-50CF-433E-B36C-EFCCD687705B}" type="pres">
      <dgm:prSet presAssocID="{3128E3E3-60E7-42A9-BFC1-F7F1E309169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4E5A53D-63FB-4275-ACB0-5E82C59E7CC5}" type="pres">
      <dgm:prSet presAssocID="{88BF205B-2D3B-4F3D-96C9-EC07C59FB1DE}" presName="spacer" presStyleCnt="0"/>
      <dgm:spPr/>
    </dgm:pt>
    <dgm:pt modelId="{5DCC4FE6-619C-42E7-AD02-4D5EC4DBBD97}" type="pres">
      <dgm:prSet presAssocID="{0015A8CB-3C33-49C7-8052-D8C6C1B237F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FE0626-6CB9-4C80-B01D-A77AB1DE27B3}" srcId="{9816F3D1-5022-49BB-969B-1D45FE55696D}" destId="{BB7B7175-F068-416B-9511-3B37643551D3}" srcOrd="0" destOrd="0" parTransId="{B4AF3548-334C-4A36-A2D0-0F54B96C8C40}" sibTransId="{E751C1E0-0089-40F6-8E2E-357AF3B23495}"/>
    <dgm:cxn modelId="{59DE6F5C-5E2C-4D41-BAF9-CDC732E28250}" type="presOf" srcId="{3128E3E3-60E7-42A9-BFC1-F7F1E309169A}" destId="{837F4890-50CF-433E-B36C-EFCCD687705B}" srcOrd="0" destOrd="0" presId="urn:microsoft.com/office/officeart/2005/8/layout/vList2"/>
    <dgm:cxn modelId="{C9F59152-CA1F-4470-8571-DD4C8DF75A4E}" srcId="{9816F3D1-5022-49BB-969B-1D45FE55696D}" destId="{3128E3E3-60E7-42A9-BFC1-F7F1E309169A}" srcOrd="3" destOrd="0" parTransId="{407AFCA7-B35D-46AA-84F9-62F6C92A0571}" sibTransId="{88BF205B-2D3B-4F3D-96C9-EC07C59FB1DE}"/>
    <dgm:cxn modelId="{C745767D-4EB7-41BB-9038-EFA46EFC5E5D}" type="presOf" srcId="{0015A8CB-3C33-49C7-8052-D8C6C1B237FB}" destId="{5DCC4FE6-619C-42E7-AD02-4D5EC4DBBD97}" srcOrd="0" destOrd="0" presId="urn:microsoft.com/office/officeart/2005/8/layout/vList2"/>
    <dgm:cxn modelId="{35A50182-2958-4A4F-852E-22CFA05E8507}" type="presOf" srcId="{9A031759-EFEB-4782-9E29-228C006A4459}" destId="{B60CB64F-3BAA-4F7C-89D4-C09A8D291045}" srcOrd="0" destOrd="0" presId="urn:microsoft.com/office/officeart/2005/8/layout/vList2"/>
    <dgm:cxn modelId="{BF176DB2-10E7-43BF-AAA2-914E55C7B917}" srcId="{9816F3D1-5022-49BB-969B-1D45FE55696D}" destId="{0015A8CB-3C33-49C7-8052-D8C6C1B237FB}" srcOrd="4" destOrd="0" parTransId="{AA28941B-CB64-42C3-925E-D7FE75B3CC84}" sibTransId="{B71DE8A9-A87B-4802-83A6-906D2BB3ABA0}"/>
    <dgm:cxn modelId="{443C95B9-FA41-42DE-AF09-AE7BA959DDBD}" type="presOf" srcId="{BB7B7175-F068-416B-9511-3B37643551D3}" destId="{CE54060C-A51B-4CCA-A343-F0C1A240828B}" srcOrd="0" destOrd="0" presId="urn:microsoft.com/office/officeart/2005/8/layout/vList2"/>
    <dgm:cxn modelId="{2C83FEC0-880F-4EF7-A974-47436964874E}" srcId="{9816F3D1-5022-49BB-969B-1D45FE55696D}" destId="{56836583-738D-4920-B913-37C4AB877162}" srcOrd="2" destOrd="0" parTransId="{02AE6B4B-F84A-480E-A17D-D02899960381}" sibTransId="{B95287B0-28E9-4C00-8E65-5CAC335FF6E0}"/>
    <dgm:cxn modelId="{F0D289D9-1124-4345-B550-476650611F20}" srcId="{9816F3D1-5022-49BB-969B-1D45FE55696D}" destId="{9A031759-EFEB-4782-9E29-228C006A4459}" srcOrd="1" destOrd="0" parTransId="{4745C3F5-BD42-45CD-91F0-D61AF4181734}" sibTransId="{5EA8BD22-B5D3-48B5-9236-614716CE6A61}"/>
    <dgm:cxn modelId="{8D4662E6-E468-48F9-82E9-3BDDB9267E77}" type="presOf" srcId="{56836583-738D-4920-B913-37C4AB877162}" destId="{DCEBC307-A88C-4B66-8C5F-4E47023A5D96}" srcOrd="0" destOrd="0" presId="urn:microsoft.com/office/officeart/2005/8/layout/vList2"/>
    <dgm:cxn modelId="{42EBCBE8-4DF6-4FC0-9FBC-1F2A53108968}" type="presOf" srcId="{9816F3D1-5022-49BB-969B-1D45FE55696D}" destId="{F5B4D6CB-1961-46B8-9796-D739C4A915AB}" srcOrd="0" destOrd="0" presId="urn:microsoft.com/office/officeart/2005/8/layout/vList2"/>
    <dgm:cxn modelId="{24CDA026-862F-4E4C-A20A-F7C32B278712}" type="presParOf" srcId="{F5B4D6CB-1961-46B8-9796-D739C4A915AB}" destId="{CE54060C-A51B-4CCA-A343-F0C1A240828B}" srcOrd="0" destOrd="0" presId="urn:microsoft.com/office/officeart/2005/8/layout/vList2"/>
    <dgm:cxn modelId="{DEF573EB-FDBB-4FFB-A295-1E75F2F26E41}" type="presParOf" srcId="{F5B4D6CB-1961-46B8-9796-D739C4A915AB}" destId="{2AA7C46A-4015-450F-83B5-DD4F1D50F246}" srcOrd="1" destOrd="0" presId="urn:microsoft.com/office/officeart/2005/8/layout/vList2"/>
    <dgm:cxn modelId="{6BF80721-C743-4522-869D-09E2D6C08A92}" type="presParOf" srcId="{F5B4D6CB-1961-46B8-9796-D739C4A915AB}" destId="{B60CB64F-3BAA-4F7C-89D4-C09A8D291045}" srcOrd="2" destOrd="0" presId="urn:microsoft.com/office/officeart/2005/8/layout/vList2"/>
    <dgm:cxn modelId="{E0BCE531-7E98-44B3-A105-C38F90323EFF}" type="presParOf" srcId="{F5B4D6CB-1961-46B8-9796-D739C4A915AB}" destId="{FA833472-CC81-4036-AAC9-585BE0A7DD4E}" srcOrd="3" destOrd="0" presId="urn:microsoft.com/office/officeart/2005/8/layout/vList2"/>
    <dgm:cxn modelId="{9E6FAA9D-895B-460B-8565-8BADA3AD849A}" type="presParOf" srcId="{F5B4D6CB-1961-46B8-9796-D739C4A915AB}" destId="{DCEBC307-A88C-4B66-8C5F-4E47023A5D96}" srcOrd="4" destOrd="0" presId="urn:microsoft.com/office/officeart/2005/8/layout/vList2"/>
    <dgm:cxn modelId="{23C4D5C0-BCCE-45EB-89EF-6531EE3B95B6}" type="presParOf" srcId="{F5B4D6CB-1961-46B8-9796-D739C4A915AB}" destId="{FD8AD333-710E-45E9-86BC-E1DB18395464}" srcOrd="5" destOrd="0" presId="urn:microsoft.com/office/officeart/2005/8/layout/vList2"/>
    <dgm:cxn modelId="{D8B49932-DE74-4B58-A66A-36D82077DEB1}" type="presParOf" srcId="{F5B4D6CB-1961-46B8-9796-D739C4A915AB}" destId="{837F4890-50CF-433E-B36C-EFCCD687705B}" srcOrd="6" destOrd="0" presId="urn:microsoft.com/office/officeart/2005/8/layout/vList2"/>
    <dgm:cxn modelId="{3723DF1D-6A5B-46C3-8623-EF08BB07A7CE}" type="presParOf" srcId="{F5B4D6CB-1961-46B8-9796-D739C4A915AB}" destId="{C4E5A53D-63FB-4275-ACB0-5E82C59E7CC5}" srcOrd="7" destOrd="0" presId="urn:microsoft.com/office/officeart/2005/8/layout/vList2"/>
    <dgm:cxn modelId="{5894EA54-A312-47D3-B3B7-D7AFBBC97EB9}" type="presParOf" srcId="{F5B4D6CB-1961-46B8-9796-D739C4A915AB}" destId="{5DCC4FE6-619C-42E7-AD02-4D5EC4DBBD9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EC1D0DA-0C6F-488A-90BA-3D90126CD0FC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08D8942-57E7-4F05-A2FA-0E758E1BE1AC}">
      <dgm:prSet/>
      <dgm:spPr/>
      <dgm:t>
        <a:bodyPr/>
        <a:lstStyle/>
        <a:p>
          <a:r>
            <a:rPr lang="fr-FR" baseline="0"/>
            <a:t>- Agents = exécution des jobs hors du Master pour scalabilité</a:t>
          </a:r>
          <a:endParaRPr lang="en-US"/>
        </a:p>
      </dgm:t>
    </dgm:pt>
    <dgm:pt modelId="{0AE344EC-2BE1-4CC2-B0ED-ABE8F0C6CB4C}" type="parTrans" cxnId="{03CE2F7C-DA8D-420F-AF05-FC102717FDB1}">
      <dgm:prSet/>
      <dgm:spPr/>
      <dgm:t>
        <a:bodyPr/>
        <a:lstStyle/>
        <a:p>
          <a:endParaRPr lang="en-US"/>
        </a:p>
      </dgm:t>
    </dgm:pt>
    <dgm:pt modelId="{FDE194F8-4714-4F34-870B-A60F0AD6AF75}" type="sibTrans" cxnId="{03CE2F7C-DA8D-420F-AF05-FC102717FDB1}">
      <dgm:prSet/>
      <dgm:spPr/>
      <dgm:t>
        <a:bodyPr/>
        <a:lstStyle/>
        <a:p>
          <a:endParaRPr lang="en-US"/>
        </a:p>
      </dgm:t>
    </dgm:pt>
    <dgm:pt modelId="{6FF0FE9D-D437-46C4-BC47-F49AB95CBD9F}">
      <dgm:prSet/>
      <dgm:spPr/>
      <dgm:t>
        <a:bodyPr/>
        <a:lstStyle/>
        <a:p>
          <a:r>
            <a:rPr lang="fr-FR" baseline="0"/>
            <a:t>- Labels pour répartition et ciblage des builds</a:t>
          </a:r>
          <a:endParaRPr lang="en-US"/>
        </a:p>
      </dgm:t>
    </dgm:pt>
    <dgm:pt modelId="{DA5C7976-B88F-40B4-AA7A-5790D2AAE2B9}" type="parTrans" cxnId="{0A288DC1-D348-4969-AAA2-DD276489F4E9}">
      <dgm:prSet/>
      <dgm:spPr/>
      <dgm:t>
        <a:bodyPr/>
        <a:lstStyle/>
        <a:p>
          <a:endParaRPr lang="en-US"/>
        </a:p>
      </dgm:t>
    </dgm:pt>
    <dgm:pt modelId="{086C4DA6-3E21-4F1B-9EC4-5D838215F99E}" type="sibTrans" cxnId="{0A288DC1-D348-4969-AAA2-DD276489F4E9}">
      <dgm:prSet/>
      <dgm:spPr/>
      <dgm:t>
        <a:bodyPr/>
        <a:lstStyle/>
        <a:p>
          <a:endParaRPr lang="en-US"/>
        </a:p>
      </dgm:t>
    </dgm:pt>
    <dgm:pt modelId="{8FDFC7D0-F767-487E-8D7C-91508E2793B0}">
      <dgm:prSet/>
      <dgm:spPr/>
      <dgm:t>
        <a:bodyPr/>
        <a:lstStyle/>
        <a:p>
          <a:r>
            <a:rPr lang="fr-FR" baseline="0"/>
            <a:t>- SSH et clés pour sécurité</a:t>
          </a:r>
          <a:endParaRPr lang="en-US"/>
        </a:p>
      </dgm:t>
    </dgm:pt>
    <dgm:pt modelId="{05854D2A-575F-4E1A-AE14-B0075A743CB9}" type="parTrans" cxnId="{348DA705-CD0E-4143-B6A3-A8AA512F1F8C}">
      <dgm:prSet/>
      <dgm:spPr/>
      <dgm:t>
        <a:bodyPr/>
        <a:lstStyle/>
        <a:p>
          <a:endParaRPr lang="en-US"/>
        </a:p>
      </dgm:t>
    </dgm:pt>
    <dgm:pt modelId="{779C3EB0-65E1-48BB-9846-98C4C55D0A2C}" type="sibTrans" cxnId="{348DA705-CD0E-4143-B6A3-A8AA512F1F8C}">
      <dgm:prSet/>
      <dgm:spPr/>
      <dgm:t>
        <a:bodyPr/>
        <a:lstStyle/>
        <a:p>
          <a:endParaRPr lang="en-US"/>
        </a:p>
      </dgm:t>
    </dgm:pt>
    <dgm:pt modelId="{C9CCB5D1-5672-49F2-B132-88701C92A7D1}">
      <dgm:prSet/>
      <dgm:spPr/>
      <dgm:t>
        <a:bodyPr/>
        <a:lstStyle/>
        <a:p>
          <a:r>
            <a:rPr lang="fr-FR" baseline="0"/>
            <a:t>- Dimensionnement selon charge et type de job</a:t>
          </a:r>
          <a:endParaRPr lang="en-US"/>
        </a:p>
      </dgm:t>
    </dgm:pt>
    <dgm:pt modelId="{A798EF43-AE81-4951-976C-72FEA98255E4}" type="parTrans" cxnId="{E063898E-B9AA-46BD-BF38-FF8DB58D6FE7}">
      <dgm:prSet/>
      <dgm:spPr/>
      <dgm:t>
        <a:bodyPr/>
        <a:lstStyle/>
        <a:p>
          <a:endParaRPr lang="en-US"/>
        </a:p>
      </dgm:t>
    </dgm:pt>
    <dgm:pt modelId="{0148F3D0-E407-466E-9FF2-6658CF2FF13D}" type="sibTrans" cxnId="{E063898E-B9AA-46BD-BF38-FF8DB58D6FE7}">
      <dgm:prSet/>
      <dgm:spPr/>
      <dgm:t>
        <a:bodyPr/>
        <a:lstStyle/>
        <a:p>
          <a:endParaRPr lang="en-US"/>
        </a:p>
      </dgm:t>
    </dgm:pt>
    <dgm:pt modelId="{890B99DA-2A72-4A23-89D8-AB1C1298698C}">
      <dgm:prSet/>
      <dgm:spPr/>
      <dgm:t>
        <a:bodyPr/>
        <a:lstStyle/>
        <a:p>
          <a:r>
            <a:rPr lang="fr-FR" baseline="0"/>
            <a:t>- Monitoring et maintenance pour performance optimale</a:t>
          </a:r>
          <a:endParaRPr lang="en-US"/>
        </a:p>
      </dgm:t>
    </dgm:pt>
    <dgm:pt modelId="{3AA1C50A-FC61-4650-8C53-03050EDE31C9}" type="parTrans" cxnId="{F96471CE-D229-4FDF-B75C-1DBEF8FE7EA1}">
      <dgm:prSet/>
      <dgm:spPr/>
      <dgm:t>
        <a:bodyPr/>
        <a:lstStyle/>
        <a:p>
          <a:endParaRPr lang="en-US"/>
        </a:p>
      </dgm:t>
    </dgm:pt>
    <dgm:pt modelId="{30E16102-F737-40D7-A085-65873FDBBD71}" type="sibTrans" cxnId="{F96471CE-D229-4FDF-B75C-1DBEF8FE7EA1}">
      <dgm:prSet/>
      <dgm:spPr/>
      <dgm:t>
        <a:bodyPr/>
        <a:lstStyle/>
        <a:p>
          <a:endParaRPr lang="en-US"/>
        </a:p>
      </dgm:t>
    </dgm:pt>
    <dgm:pt modelId="{4E6B9AE6-DCBD-4F9D-A54E-D44C5CAB8B92}" type="pres">
      <dgm:prSet presAssocID="{DEC1D0DA-0C6F-488A-90BA-3D90126CD0FC}" presName="linear" presStyleCnt="0">
        <dgm:presLayoutVars>
          <dgm:animLvl val="lvl"/>
          <dgm:resizeHandles val="exact"/>
        </dgm:presLayoutVars>
      </dgm:prSet>
      <dgm:spPr/>
    </dgm:pt>
    <dgm:pt modelId="{5546B1AA-7D13-4C3B-B0E1-08B80CFB2EC0}" type="pres">
      <dgm:prSet presAssocID="{808D8942-57E7-4F05-A2FA-0E758E1BE1A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2F0DBB8-0F69-4BC3-917B-C18FE83850DA}" type="pres">
      <dgm:prSet presAssocID="{FDE194F8-4714-4F34-870B-A60F0AD6AF75}" presName="spacer" presStyleCnt="0"/>
      <dgm:spPr/>
    </dgm:pt>
    <dgm:pt modelId="{1B5FEA0D-75D3-40A5-A310-8704A8E513C6}" type="pres">
      <dgm:prSet presAssocID="{6FF0FE9D-D437-46C4-BC47-F49AB95CBD9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794FF1D-9572-461A-B5C6-7994402BADFE}" type="pres">
      <dgm:prSet presAssocID="{086C4DA6-3E21-4F1B-9EC4-5D838215F99E}" presName="spacer" presStyleCnt="0"/>
      <dgm:spPr/>
    </dgm:pt>
    <dgm:pt modelId="{9D0AB5D2-929C-4725-A2CD-226A55135110}" type="pres">
      <dgm:prSet presAssocID="{8FDFC7D0-F767-487E-8D7C-91508E2793B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EB71CB8-C6B9-4FAE-9EAB-32D5F3291711}" type="pres">
      <dgm:prSet presAssocID="{779C3EB0-65E1-48BB-9846-98C4C55D0A2C}" presName="spacer" presStyleCnt="0"/>
      <dgm:spPr/>
    </dgm:pt>
    <dgm:pt modelId="{60469415-8660-4249-AC61-5B456172BC4F}" type="pres">
      <dgm:prSet presAssocID="{C9CCB5D1-5672-49F2-B132-88701C92A7D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821A9C9-39CB-474C-8287-F948B9FB73C4}" type="pres">
      <dgm:prSet presAssocID="{0148F3D0-E407-466E-9FF2-6658CF2FF13D}" presName="spacer" presStyleCnt="0"/>
      <dgm:spPr/>
    </dgm:pt>
    <dgm:pt modelId="{1C505294-3877-4776-9799-45D693A8E608}" type="pres">
      <dgm:prSet presAssocID="{890B99DA-2A72-4A23-89D8-AB1C1298698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48DA705-CD0E-4143-B6A3-A8AA512F1F8C}" srcId="{DEC1D0DA-0C6F-488A-90BA-3D90126CD0FC}" destId="{8FDFC7D0-F767-487E-8D7C-91508E2793B0}" srcOrd="2" destOrd="0" parTransId="{05854D2A-575F-4E1A-AE14-B0075A743CB9}" sibTransId="{779C3EB0-65E1-48BB-9846-98C4C55D0A2C}"/>
    <dgm:cxn modelId="{C0107C13-D734-4E58-A17B-262A4ACD3FA1}" type="presOf" srcId="{C9CCB5D1-5672-49F2-B132-88701C92A7D1}" destId="{60469415-8660-4249-AC61-5B456172BC4F}" srcOrd="0" destOrd="0" presId="urn:microsoft.com/office/officeart/2005/8/layout/vList2"/>
    <dgm:cxn modelId="{B2DF241A-ED8B-4A40-96AE-E863FA31F276}" type="presOf" srcId="{890B99DA-2A72-4A23-89D8-AB1C1298698C}" destId="{1C505294-3877-4776-9799-45D693A8E608}" srcOrd="0" destOrd="0" presId="urn:microsoft.com/office/officeart/2005/8/layout/vList2"/>
    <dgm:cxn modelId="{03CE2F7C-DA8D-420F-AF05-FC102717FDB1}" srcId="{DEC1D0DA-0C6F-488A-90BA-3D90126CD0FC}" destId="{808D8942-57E7-4F05-A2FA-0E758E1BE1AC}" srcOrd="0" destOrd="0" parTransId="{0AE344EC-2BE1-4CC2-B0ED-ABE8F0C6CB4C}" sibTransId="{FDE194F8-4714-4F34-870B-A60F0AD6AF75}"/>
    <dgm:cxn modelId="{25CEC37E-45CF-45EC-8090-F2BA6EF34ACF}" type="presOf" srcId="{808D8942-57E7-4F05-A2FA-0E758E1BE1AC}" destId="{5546B1AA-7D13-4C3B-B0E1-08B80CFB2EC0}" srcOrd="0" destOrd="0" presId="urn:microsoft.com/office/officeart/2005/8/layout/vList2"/>
    <dgm:cxn modelId="{E063898E-B9AA-46BD-BF38-FF8DB58D6FE7}" srcId="{DEC1D0DA-0C6F-488A-90BA-3D90126CD0FC}" destId="{C9CCB5D1-5672-49F2-B132-88701C92A7D1}" srcOrd="3" destOrd="0" parTransId="{A798EF43-AE81-4951-976C-72FEA98255E4}" sibTransId="{0148F3D0-E407-466E-9FF2-6658CF2FF13D}"/>
    <dgm:cxn modelId="{0A288DC1-D348-4969-AAA2-DD276489F4E9}" srcId="{DEC1D0DA-0C6F-488A-90BA-3D90126CD0FC}" destId="{6FF0FE9D-D437-46C4-BC47-F49AB95CBD9F}" srcOrd="1" destOrd="0" parTransId="{DA5C7976-B88F-40B4-AA7A-5790D2AAE2B9}" sibTransId="{086C4DA6-3E21-4F1B-9EC4-5D838215F99E}"/>
    <dgm:cxn modelId="{F96471CE-D229-4FDF-B75C-1DBEF8FE7EA1}" srcId="{DEC1D0DA-0C6F-488A-90BA-3D90126CD0FC}" destId="{890B99DA-2A72-4A23-89D8-AB1C1298698C}" srcOrd="4" destOrd="0" parTransId="{3AA1C50A-FC61-4650-8C53-03050EDE31C9}" sibTransId="{30E16102-F737-40D7-A085-65873FDBBD71}"/>
    <dgm:cxn modelId="{C37DBDCF-FB67-4109-BEAB-9623A5AA203A}" type="presOf" srcId="{6FF0FE9D-D437-46C4-BC47-F49AB95CBD9F}" destId="{1B5FEA0D-75D3-40A5-A310-8704A8E513C6}" srcOrd="0" destOrd="0" presId="urn:microsoft.com/office/officeart/2005/8/layout/vList2"/>
    <dgm:cxn modelId="{749562D4-23A1-4021-A8BA-4B8FC4A51F91}" type="presOf" srcId="{8FDFC7D0-F767-487E-8D7C-91508E2793B0}" destId="{9D0AB5D2-929C-4725-A2CD-226A55135110}" srcOrd="0" destOrd="0" presId="urn:microsoft.com/office/officeart/2005/8/layout/vList2"/>
    <dgm:cxn modelId="{62574EEE-3D6F-4EA6-87D1-F2852CC23077}" type="presOf" srcId="{DEC1D0DA-0C6F-488A-90BA-3D90126CD0FC}" destId="{4E6B9AE6-DCBD-4F9D-A54E-D44C5CAB8B92}" srcOrd="0" destOrd="0" presId="urn:microsoft.com/office/officeart/2005/8/layout/vList2"/>
    <dgm:cxn modelId="{6CE78EC7-D635-49E4-9BE6-3A0E25721937}" type="presParOf" srcId="{4E6B9AE6-DCBD-4F9D-A54E-D44C5CAB8B92}" destId="{5546B1AA-7D13-4C3B-B0E1-08B80CFB2EC0}" srcOrd="0" destOrd="0" presId="urn:microsoft.com/office/officeart/2005/8/layout/vList2"/>
    <dgm:cxn modelId="{0AD211A0-5FF0-47EF-91F0-42B6BBDED344}" type="presParOf" srcId="{4E6B9AE6-DCBD-4F9D-A54E-D44C5CAB8B92}" destId="{F2F0DBB8-0F69-4BC3-917B-C18FE83850DA}" srcOrd="1" destOrd="0" presId="urn:microsoft.com/office/officeart/2005/8/layout/vList2"/>
    <dgm:cxn modelId="{636973A1-2C3C-46F7-840F-BC78F3A17839}" type="presParOf" srcId="{4E6B9AE6-DCBD-4F9D-A54E-D44C5CAB8B92}" destId="{1B5FEA0D-75D3-40A5-A310-8704A8E513C6}" srcOrd="2" destOrd="0" presId="urn:microsoft.com/office/officeart/2005/8/layout/vList2"/>
    <dgm:cxn modelId="{2281D543-02A7-4295-B0A1-89CB41FA9C42}" type="presParOf" srcId="{4E6B9AE6-DCBD-4F9D-A54E-D44C5CAB8B92}" destId="{6794FF1D-9572-461A-B5C6-7994402BADFE}" srcOrd="3" destOrd="0" presId="urn:microsoft.com/office/officeart/2005/8/layout/vList2"/>
    <dgm:cxn modelId="{C37E2AF4-BFA0-4091-B7E0-46AFB4369079}" type="presParOf" srcId="{4E6B9AE6-DCBD-4F9D-A54E-D44C5CAB8B92}" destId="{9D0AB5D2-929C-4725-A2CD-226A55135110}" srcOrd="4" destOrd="0" presId="urn:microsoft.com/office/officeart/2005/8/layout/vList2"/>
    <dgm:cxn modelId="{37C9BC88-C6DB-4459-BA54-C7C329695426}" type="presParOf" srcId="{4E6B9AE6-DCBD-4F9D-A54E-D44C5CAB8B92}" destId="{CEB71CB8-C6B9-4FAE-9EAB-32D5F3291711}" srcOrd="5" destOrd="0" presId="urn:microsoft.com/office/officeart/2005/8/layout/vList2"/>
    <dgm:cxn modelId="{4CB768B3-E4CF-47E0-88E2-1AE1E41092BB}" type="presParOf" srcId="{4E6B9AE6-DCBD-4F9D-A54E-D44C5CAB8B92}" destId="{60469415-8660-4249-AC61-5B456172BC4F}" srcOrd="6" destOrd="0" presId="urn:microsoft.com/office/officeart/2005/8/layout/vList2"/>
    <dgm:cxn modelId="{8664D27B-84ED-45D4-9D5B-8ECBC2C200FB}" type="presParOf" srcId="{4E6B9AE6-DCBD-4F9D-A54E-D44C5CAB8B92}" destId="{D821A9C9-39CB-474C-8287-F948B9FB73C4}" srcOrd="7" destOrd="0" presId="urn:microsoft.com/office/officeart/2005/8/layout/vList2"/>
    <dgm:cxn modelId="{51873883-891E-45E2-861A-3B5D7D148768}" type="presParOf" srcId="{4E6B9AE6-DCBD-4F9D-A54E-D44C5CAB8B92}" destId="{1C505294-3877-4776-9799-45D693A8E60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DBCCE56-A4D3-405D-B8A6-3914C307FA5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8E3913-CB35-4B85-B510-CB3944096D67}">
      <dgm:prSet/>
      <dgm:spPr/>
      <dgm:t>
        <a:bodyPr/>
        <a:lstStyle/>
        <a:p>
          <a:r>
            <a:rPr lang="fr-FR" baseline="0"/>
            <a:t>- Jenkins → sauvegarde = sécurité et continuité</a:t>
          </a:r>
          <a:endParaRPr lang="en-US"/>
        </a:p>
      </dgm:t>
    </dgm:pt>
    <dgm:pt modelId="{ADE42E44-19E9-4B1B-86B6-F27310AFD0ED}" type="parTrans" cxnId="{6BC26EE6-E1EF-4202-A769-AFC6987D66F4}">
      <dgm:prSet/>
      <dgm:spPr/>
      <dgm:t>
        <a:bodyPr/>
        <a:lstStyle/>
        <a:p>
          <a:endParaRPr lang="en-US"/>
        </a:p>
      </dgm:t>
    </dgm:pt>
    <dgm:pt modelId="{5CF718E5-C039-4E68-A483-E5F7BBD61059}" type="sibTrans" cxnId="{6BC26EE6-E1EF-4202-A769-AFC6987D66F4}">
      <dgm:prSet/>
      <dgm:spPr/>
      <dgm:t>
        <a:bodyPr/>
        <a:lstStyle/>
        <a:p>
          <a:endParaRPr lang="en-US"/>
        </a:p>
      </dgm:t>
    </dgm:pt>
    <dgm:pt modelId="{D0DE08BF-4271-4D3C-9390-EFB59CF2F996}">
      <dgm:prSet/>
      <dgm:spPr/>
      <dgm:t>
        <a:bodyPr/>
        <a:lstStyle/>
        <a:p>
          <a:r>
            <a:rPr lang="fr-FR" baseline="0"/>
            <a:t>- `$JENKINS_HOME` contient tout le nécessaire</a:t>
          </a:r>
          <a:endParaRPr lang="en-US"/>
        </a:p>
      </dgm:t>
    </dgm:pt>
    <dgm:pt modelId="{81C8BC59-2508-4F1B-BF29-48D9D676448E}" type="parTrans" cxnId="{3550632A-6077-49E5-93C9-FC440F27ED57}">
      <dgm:prSet/>
      <dgm:spPr/>
      <dgm:t>
        <a:bodyPr/>
        <a:lstStyle/>
        <a:p>
          <a:endParaRPr lang="en-US"/>
        </a:p>
      </dgm:t>
    </dgm:pt>
    <dgm:pt modelId="{391CF7EB-5F4E-45BC-A444-5662BD9E39A9}" type="sibTrans" cxnId="{3550632A-6077-49E5-93C9-FC440F27ED57}">
      <dgm:prSet/>
      <dgm:spPr/>
      <dgm:t>
        <a:bodyPr/>
        <a:lstStyle/>
        <a:p>
          <a:endParaRPr lang="en-US"/>
        </a:p>
      </dgm:t>
    </dgm:pt>
    <dgm:pt modelId="{D3D78328-7D78-4F35-B62A-87EDB9522789}">
      <dgm:prSet/>
      <dgm:spPr/>
      <dgm:t>
        <a:bodyPr/>
        <a:lstStyle/>
        <a:p>
          <a:r>
            <a:rPr lang="fr-FR" baseline="0"/>
            <a:t>- Stratégies : manuelle, plugin ThinBackup, script automatisé</a:t>
          </a:r>
          <a:endParaRPr lang="en-US"/>
        </a:p>
      </dgm:t>
    </dgm:pt>
    <dgm:pt modelId="{8F73A194-D56E-4BA7-95DB-5DDDA33D1054}" type="parTrans" cxnId="{F55FEF76-C97B-40C0-B4A1-0AC915815407}">
      <dgm:prSet/>
      <dgm:spPr/>
      <dgm:t>
        <a:bodyPr/>
        <a:lstStyle/>
        <a:p>
          <a:endParaRPr lang="en-US"/>
        </a:p>
      </dgm:t>
    </dgm:pt>
    <dgm:pt modelId="{72CD7C44-5173-4E85-BD20-8F14C9CD117F}" type="sibTrans" cxnId="{F55FEF76-C97B-40C0-B4A1-0AC915815407}">
      <dgm:prSet/>
      <dgm:spPr/>
      <dgm:t>
        <a:bodyPr/>
        <a:lstStyle/>
        <a:p>
          <a:endParaRPr lang="en-US"/>
        </a:p>
      </dgm:t>
    </dgm:pt>
    <dgm:pt modelId="{76FC0911-4AC8-40D7-B37A-CF4D6694ED83}">
      <dgm:prSet/>
      <dgm:spPr/>
      <dgm:t>
        <a:bodyPr/>
        <a:lstStyle/>
        <a:p>
          <a:r>
            <a:rPr lang="fr-FR" baseline="0"/>
            <a:t>- PRA = procédure claire + tests réguliers</a:t>
          </a:r>
          <a:endParaRPr lang="en-US"/>
        </a:p>
      </dgm:t>
    </dgm:pt>
    <dgm:pt modelId="{92A429EA-C103-40C2-B73D-DCA0F9831F51}" type="parTrans" cxnId="{D88163D4-DD4B-4BF9-A1AB-928B3FE2E43A}">
      <dgm:prSet/>
      <dgm:spPr/>
      <dgm:t>
        <a:bodyPr/>
        <a:lstStyle/>
        <a:p>
          <a:endParaRPr lang="en-US"/>
        </a:p>
      </dgm:t>
    </dgm:pt>
    <dgm:pt modelId="{791FF787-90A2-44B4-8A1F-9BA8A4874B1E}" type="sibTrans" cxnId="{D88163D4-DD4B-4BF9-A1AB-928B3FE2E43A}">
      <dgm:prSet/>
      <dgm:spPr/>
      <dgm:t>
        <a:bodyPr/>
        <a:lstStyle/>
        <a:p>
          <a:endParaRPr lang="en-US"/>
        </a:p>
      </dgm:t>
    </dgm:pt>
    <dgm:pt modelId="{F2B8B81E-497B-46E4-9648-868AFDCC3D89}">
      <dgm:prSet/>
      <dgm:spPr/>
      <dgm:t>
        <a:bodyPr/>
        <a:lstStyle/>
        <a:p>
          <a:r>
            <a:rPr lang="fr-FR" baseline="0"/>
            <a:t>- Bonnes pratiques : rotation, tests, chiffrement, documentation</a:t>
          </a:r>
          <a:endParaRPr lang="en-US"/>
        </a:p>
      </dgm:t>
    </dgm:pt>
    <dgm:pt modelId="{CD438361-0E5A-4BF9-B65E-BDD506E2A094}" type="parTrans" cxnId="{AD32073F-36DF-43C7-9D5F-2DEBADE8A369}">
      <dgm:prSet/>
      <dgm:spPr/>
      <dgm:t>
        <a:bodyPr/>
        <a:lstStyle/>
        <a:p>
          <a:endParaRPr lang="en-US"/>
        </a:p>
      </dgm:t>
    </dgm:pt>
    <dgm:pt modelId="{F0006EC3-4739-4816-9F40-934235C13D78}" type="sibTrans" cxnId="{AD32073F-36DF-43C7-9D5F-2DEBADE8A369}">
      <dgm:prSet/>
      <dgm:spPr/>
      <dgm:t>
        <a:bodyPr/>
        <a:lstStyle/>
        <a:p>
          <a:endParaRPr lang="en-US"/>
        </a:p>
      </dgm:t>
    </dgm:pt>
    <dgm:pt modelId="{9BC02991-2614-4A11-9FBF-885B7211135F}" type="pres">
      <dgm:prSet presAssocID="{4DBCCE56-A4D3-405D-B8A6-3914C307FA59}" presName="root" presStyleCnt="0">
        <dgm:presLayoutVars>
          <dgm:dir/>
          <dgm:resizeHandles val="exact"/>
        </dgm:presLayoutVars>
      </dgm:prSet>
      <dgm:spPr/>
    </dgm:pt>
    <dgm:pt modelId="{056D6845-22C7-4C00-8960-4710D3998EE4}" type="pres">
      <dgm:prSet presAssocID="{608E3913-CB35-4B85-B510-CB3944096D67}" presName="compNode" presStyleCnt="0"/>
      <dgm:spPr/>
    </dgm:pt>
    <dgm:pt modelId="{F48FEA65-89DB-44D3-A748-F8C3DE600B03}" type="pres">
      <dgm:prSet presAssocID="{608E3913-CB35-4B85-B510-CB3944096D67}" presName="bgRect" presStyleLbl="bgShp" presStyleIdx="0" presStyleCnt="5"/>
      <dgm:spPr/>
    </dgm:pt>
    <dgm:pt modelId="{5DCB6E98-86B3-4633-BCC1-B8CDF773EF9C}" type="pres">
      <dgm:prSet presAssocID="{608E3913-CB35-4B85-B510-CB3944096D6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rou"/>
        </a:ext>
      </dgm:extLst>
    </dgm:pt>
    <dgm:pt modelId="{1F9EAA45-6D5D-4719-81B7-CF592109BBFA}" type="pres">
      <dgm:prSet presAssocID="{608E3913-CB35-4B85-B510-CB3944096D67}" presName="spaceRect" presStyleCnt="0"/>
      <dgm:spPr/>
    </dgm:pt>
    <dgm:pt modelId="{AD823834-4F31-444B-B691-C59172780E67}" type="pres">
      <dgm:prSet presAssocID="{608E3913-CB35-4B85-B510-CB3944096D67}" presName="parTx" presStyleLbl="revTx" presStyleIdx="0" presStyleCnt="5">
        <dgm:presLayoutVars>
          <dgm:chMax val="0"/>
          <dgm:chPref val="0"/>
        </dgm:presLayoutVars>
      </dgm:prSet>
      <dgm:spPr/>
    </dgm:pt>
    <dgm:pt modelId="{273775A6-14C1-4D48-9CFB-8DBD8F4C6548}" type="pres">
      <dgm:prSet presAssocID="{5CF718E5-C039-4E68-A483-E5F7BBD61059}" presName="sibTrans" presStyleCnt="0"/>
      <dgm:spPr/>
    </dgm:pt>
    <dgm:pt modelId="{D1FD54FC-45A3-474A-938A-004FF99AAB07}" type="pres">
      <dgm:prSet presAssocID="{D0DE08BF-4271-4D3C-9390-EFB59CF2F996}" presName="compNode" presStyleCnt="0"/>
      <dgm:spPr/>
    </dgm:pt>
    <dgm:pt modelId="{AF1E940C-464B-4BA6-8E7F-8FD64A898EC9}" type="pres">
      <dgm:prSet presAssocID="{D0DE08BF-4271-4D3C-9390-EFB59CF2F996}" presName="bgRect" presStyleLbl="bgShp" presStyleIdx="1" presStyleCnt="5"/>
      <dgm:spPr/>
    </dgm:pt>
    <dgm:pt modelId="{4C0BA86C-0108-4EEE-8176-D4621A9FE1C5}" type="pres">
      <dgm:prSet presAssocID="{D0DE08BF-4271-4D3C-9390-EFB59CF2F99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6F3A86C2-4216-452A-A5D7-B01428EF20FB}" type="pres">
      <dgm:prSet presAssocID="{D0DE08BF-4271-4D3C-9390-EFB59CF2F996}" presName="spaceRect" presStyleCnt="0"/>
      <dgm:spPr/>
    </dgm:pt>
    <dgm:pt modelId="{CAB843EB-189B-4EBF-A747-A8177E54E978}" type="pres">
      <dgm:prSet presAssocID="{D0DE08BF-4271-4D3C-9390-EFB59CF2F996}" presName="parTx" presStyleLbl="revTx" presStyleIdx="1" presStyleCnt="5">
        <dgm:presLayoutVars>
          <dgm:chMax val="0"/>
          <dgm:chPref val="0"/>
        </dgm:presLayoutVars>
      </dgm:prSet>
      <dgm:spPr/>
    </dgm:pt>
    <dgm:pt modelId="{BEE3DA4A-38CD-43C1-A2B5-4A31AA1E985F}" type="pres">
      <dgm:prSet presAssocID="{391CF7EB-5F4E-45BC-A444-5662BD9E39A9}" presName="sibTrans" presStyleCnt="0"/>
      <dgm:spPr/>
    </dgm:pt>
    <dgm:pt modelId="{DA52C593-AD5A-4554-9774-DDC14488D959}" type="pres">
      <dgm:prSet presAssocID="{D3D78328-7D78-4F35-B62A-87EDB9522789}" presName="compNode" presStyleCnt="0"/>
      <dgm:spPr/>
    </dgm:pt>
    <dgm:pt modelId="{F47A232A-570F-4246-AE25-7FD6E44897D4}" type="pres">
      <dgm:prSet presAssocID="{D3D78328-7D78-4F35-B62A-87EDB9522789}" presName="bgRect" presStyleLbl="bgShp" presStyleIdx="2" presStyleCnt="5"/>
      <dgm:spPr/>
    </dgm:pt>
    <dgm:pt modelId="{AD358B9B-9BDB-4B1E-9261-189F05BAADF5}" type="pres">
      <dgm:prSet presAssocID="{D3D78328-7D78-4F35-B62A-87EDB952278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6800C05-EB89-426C-B31E-47E6C16B2200}" type="pres">
      <dgm:prSet presAssocID="{D3D78328-7D78-4F35-B62A-87EDB9522789}" presName="spaceRect" presStyleCnt="0"/>
      <dgm:spPr/>
    </dgm:pt>
    <dgm:pt modelId="{8B993E6E-BA4D-4D50-840F-B541FB600DA2}" type="pres">
      <dgm:prSet presAssocID="{D3D78328-7D78-4F35-B62A-87EDB9522789}" presName="parTx" presStyleLbl="revTx" presStyleIdx="2" presStyleCnt="5">
        <dgm:presLayoutVars>
          <dgm:chMax val="0"/>
          <dgm:chPref val="0"/>
        </dgm:presLayoutVars>
      </dgm:prSet>
      <dgm:spPr/>
    </dgm:pt>
    <dgm:pt modelId="{FABFC82E-FC04-426B-AC29-7681E565AFD5}" type="pres">
      <dgm:prSet presAssocID="{72CD7C44-5173-4E85-BD20-8F14C9CD117F}" presName="sibTrans" presStyleCnt="0"/>
      <dgm:spPr/>
    </dgm:pt>
    <dgm:pt modelId="{8C1C48A0-789E-4A7B-A3E4-22FBC1FF080E}" type="pres">
      <dgm:prSet presAssocID="{76FC0911-4AC8-40D7-B37A-CF4D6694ED83}" presName="compNode" presStyleCnt="0"/>
      <dgm:spPr/>
    </dgm:pt>
    <dgm:pt modelId="{38FEAD38-97A3-4A8E-894F-03199B673CFE}" type="pres">
      <dgm:prSet presAssocID="{76FC0911-4AC8-40D7-B37A-CF4D6694ED83}" presName="bgRect" presStyleLbl="bgShp" presStyleIdx="3" presStyleCnt="5"/>
      <dgm:spPr/>
    </dgm:pt>
    <dgm:pt modelId="{6FD223DF-7961-44DD-8D0B-71DC8A501807}" type="pres">
      <dgm:prSet presAssocID="{76FC0911-4AC8-40D7-B37A-CF4D6694ED8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E4C3BAF-607A-43AA-A53A-36C76BE622B3}" type="pres">
      <dgm:prSet presAssocID="{76FC0911-4AC8-40D7-B37A-CF4D6694ED83}" presName="spaceRect" presStyleCnt="0"/>
      <dgm:spPr/>
    </dgm:pt>
    <dgm:pt modelId="{09C58992-756F-4444-9CE2-0286C318C683}" type="pres">
      <dgm:prSet presAssocID="{76FC0911-4AC8-40D7-B37A-CF4D6694ED83}" presName="parTx" presStyleLbl="revTx" presStyleIdx="3" presStyleCnt="5">
        <dgm:presLayoutVars>
          <dgm:chMax val="0"/>
          <dgm:chPref val="0"/>
        </dgm:presLayoutVars>
      </dgm:prSet>
      <dgm:spPr/>
    </dgm:pt>
    <dgm:pt modelId="{F0C319CE-EBD2-46D4-AD30-87BC3A9321EB}" type="pres">
      <dgm:prSet presAssocID="{791FF787-90A2-44B4-8A1F-9BA8A4874B1E}" presName="sibTrans" presStyleCnt="0"/>
      <dgm:spPr/>
    </dgm:pt>
    <dgm:pt modelId="{B20FD79C-C66A-4172-8531-8428829CD6DD}" type="pres">
      <dgm:prSet presAssocID="{F2B8B81E-497B-46E4-9648-868AFDCC3D89}" presName="compNode" presStyleCnt="0"/>
      <dgm:spPr/>
    </dgm:pt>
    <dgm:pt modelId="{9E3573FB-522D-4668-B55A-D1A4F51CAC76}" type="pres">
      <dgm:prSet presAssocID="{F2B8B81E-497B-46E4-9648-868AFDCC3D89}" presName="bgRect" presStyleLbl="bgShp" presStyleIdx="4" presStyleCnt="5"/>
      <dgm:spPr/>
    </dgm:pt>
    <dgm:pt modelId="{40BEA1DC-423E-4A5E-8C12-1F33665E479D}" type="pres">
      <dgm:prSet presAssocID="{F2B8B81E-497B-46E4-9648-868AFDCC3D8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ur"/>
        </a:ext>
      </dgm:extLst>
    </dgm:pt>
    <dgm:pt modelId="{3299A285-86B8-43C7-BADA-38EB296EEE00}" type="pres">
      <dgm:prSet presAssocID="{F2B8B81E-497B-46E4-9648-868AFDCC3D89}" presName="spaceRect" presStyleCnt="0"/>
      <dgm:spPr/>
    </dgm:pt>
    <dgm:pt modelId="{0E73FD95-A726-413F-A165-B97651FC3E75}" type="pres">
      <dgm:prSet presAssocID="{F2B8B81E-497B-46E4-9648-868AFDCC3D8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550632A-6077-49E5-93C9-FC440F27ED57}" srcId="{4DBCCE56-A4D3-405D-B8A6-3914C307FA59}" destId="{D0DE08BF-4271-4D3C-9390-EFB59CF2F996}" srcOrd="1" destOrd="0" parTransId="{81C8BC59-2508-4F1B-BF29-48D9D676448E}" sibTransId="{391CF7EB-5F4E-45BC-A444-5662BD9E39A9}"/>
    <dgm:cxn modelId="{6D42482D-53EB-466B-9BF4-56D32803A893}" type="presOf" srcId="{608E3913-CB35-4B85-B510-CB3944096D67}" destId="{AD823834-4F31-444B-B691-C59172780E67}" srcOrd="0" destOrd="0" presId="urn:microsoft.com/office/officeart/2018/2/layout/IconVerticalSolidList"/>
    <dgm:cxn modelId="{AD32073F-36DF-43C7-9D5F-2DEBADE8A369}" srcId="{4DBCCE56-A4D3-405D-B8A6-3914C307FA59}" destId="{F2B8B81E-497B-46E4-9648-868AFDCC3D89}" srcOrd="4" destOrd="0" parTransId="{CD438361-0E5A-4BF9-B65E-BDD506E2A094}" sibTransId="{F0006EC3-4739-4816-9F40-934235C13D78}"/>
    <dgm:cxn modelId="{FC90816C-3809-4836-A7F3-23318F8FF81F}" type="presOf" srcId="{D3D78328-7D78-4F35-B62A-87EDB9522789}" destId="{8B993E6E-BA4D-4D50-840F-B541FB600DA2}" srcOrd="0" destOrd="0" presId="urn:microsoft.com/office/officeart/2018/2/layout/IconVerticalSolidList"/>
    <dgm:cxn modelId="{F55FEF76-C97B-40C0-B4A1-0AC915815407}" srcId="{4DBCCE56-A4D3-405D-B8A6-3914C307FA59}" destId="{D3D78328-7D78-4F35-B62A-87EDB9522789}" srcOrd="2" destOrd="0" parTransId="{8F73A194-D56E-4BA7-95DB-5DDDA33D1054}" sibTransId="{72CD7C44-5173-4E85-BD20-8F14C9CD117F}"/>
    <dgm:cxn modelId="{06E77557-0E11-4E04-A027-62B813FCC8C9}" type="presOf" srcId="{F2B8B81E-497B-46E4-9648-868AFDCC3D89}" destId="{0E73FD95-A726-413F-A165-B97651FC3E75}" srcOrd="0" destOrd="0" presId="urn:microsoft.com/office/officeart/2018/2/layout/IconVerticalSolidList"/>
    <dgm:cxn modelId="{D3B1D47E-E11E-4C8A-B13B-C038AD59F9DF}" type="presOf" srcId="{4DBCCE56-A4D3-405D-B8A6-3914C307FA59}" destId="{9BC02991-2614-4A11-9FBF-885B7211135F}" srcOrd="0" destOrd="0" presId="urn:microsoft.com/office/officeart/2018/2/layout/IconVerticalSolidList"/>
    <dgm:cxn modelId="{1B803FD2-B0E5-4EF2-B3B1-3851583B210D}" type="presOf" srcId="{D0DE08BF-4271-4D3C-9390-EFB59CF2F996}" destId="{CAB843EB-189B-4EBF-A747-A8177E54E978}" srcOrd="0" destOrd="0" presId="urn:microsoft.com/office/officeart/2018/2/layout/IconVerticalSolidList"/>
    <dgm:cxn modelId="{D88163D4-DD4B-4BF9-A1AB-928B3FE2E43A}" srcId="{4DBCCE56-A4D3-405D-B8A6-3914C307FA59}" destId="{76FC0911-4AC8-40D7-B37A-CF4D6694ED83}" srcOrd="3" destOrd="0" parTransId="{92A429EA-C103-40C2-B73D-DCA0F9831F51}" sibTransId="{791FF787-90A2-44B4-8A1F-9BA8A4874B1E}"/>
    <dgm:cxn modelId="{6BC26EE6-E1EF-4202-A769-AFC6987D66F4}" srcId="{4DBCCE56-A4D3-405D-B8A6-3914C307FA59}" destId="{608E3913-CB35-4B85-B510-CB3944096D67}" srcOrd="0" destOrd="0" parTransId="{ADE42E44-19E9-4B1B-86B6-F27310AFD0ED}" sibTransId="{5CF718E5-C039-4E68-A483-E5F7BBD61059}"/>
    <dgm:cxn modelId="{E7EDEDF3-1781-42BF-8DFC-065C179021F5}" type="presOf" srcId="{76FC0911-4AC8-40D7-B37A-CF4D6694ED83}" destId="{09C58992-756F-4444-9CE2-0286C318C683}" srcOrd="0" destOrd="0" presId="urn:microsoft.com/office/officeart/2018/2/layout/IconVerticalSolidList"/>
    <dgm:cxn modelId="{8D1E2476-F511-4710-A5FC-CE35B911ED53}" type="presParOf" srcId="{9BC02991-2614-4A11-9FBF-885B7211135F}" destId="{056D6845-22C7-4C00-8960-4710D3998EE4}" srcOrd="0" destOrd="0" presId="urn:microsoft.com/office/officeart/2018/2/layout/IconVerticalSolidList"/>
    <dgm:cxn modelId="{08808D52-B575-4CC7-9E5B-249F691488F6}" type="presParOf" srcId="{056D6845-22C7-4C00-8960-4710D3998EE4}" destId="{F48FEA65-89DB-44D3-A748-F8C3DE600B03}" srcOrd="0" destOrd="0" presId="urn:microsoft.com/office/officeart/2018/2/layout/IconVerticalSolidList"/>
    <dgm:cxn modelId="{856483D5-D367-4A61-A2DF-63E661F9596F}" type="presParOf" srcId="{056D6845-22C7-4C00-8960-4710D3998EE4}" destId="{5DCB6E98-86B3-4633-BCC1-B8CDF773EF9C}" srcOrd="1" destOrd="0" presId="urn:microsoft.com/office/officeart/2018/2/layout/IconVerticalSolidList"/>
    <dgm:cxn modelId="{102219F3-3AE4-4C3A-9801-116FF83C07B8}" type="presParOf" srcId="{056D6845-22C7-4C00-8960-4710D3998EE4}" destId="{1F9EAA45-6D5D-4719-81B7-CF592109BBFA}" srcOrd="2" destOrd="0" presId="urn:microsoft.com/office/officeart/2018/2/layout/IconVerticalSolidList"/>
    <dgm:cxn modelId="{D5BDDF69-04E7-48D5-A6BB-F0AAA4D467DF}" type="presParOf" srcId="{056D6845-22C7-4C00-8960-4710D3998EE4}" destId="{AD823834-4F31-444B-B691-C59172780E67}" srcOrd="3" destOrd="0" presId="urn:microsoft.com/office/officeart/2018/2/layout/IconVerticalSolidList"/>
    <dgm:cxn modelId="{017F6D4B-0F29-417B-8DB0-F773F9DFEE2F}" type="presParOf" srcId="{9BC02991-2614-4A11-9FBF-885B7211135F}" destId="{273775A6-14C1-4D48-9CFB-8DBD8F4C6548}" srcOrd="1" destOrd="0" presId="urn:microsoft.com/office/officeart/2018/2/layout/IconVerticalSolidList"/>
    <dgm:cxn modelId="{3F3E88B6-5746-452A-A37E-E9C918FA4A8E}" type="presParOf" srcId="{9BC02991-2614-4A11-9FBF-885B7211135F}" destId="{D1FD54FC-45A3-474A-938A-004FF99AAB07}" srcOrd="2" destOrd="0" presId="urn:microsoft.com/office/officeart/2018/2/layout/IconVerticalSolidList"/>
    <dgm:cxn modelId="{7355F859-1665-4AF6-9B4C-E33452815C50}" type="presParOf" srcId="{D1FD54FC-45A3-474A-938A-004FF99AAB07}" destId="{AF1E940C-464B-4BA6-8E7F-8FD64A898EC9}" srcOrd="0" destOrd="0" presId="urn:microsoft.com/office/officeart/2018/2/layout/IconVerticalSolidList"/>
    <dgm:cxn modelId="{0981B39B-0C32-4D1A-BB1A-66B136F133C9}" type="presParOf" srcId="{D1FD54FC-45A3-474A-938A-004FF99AAB07}" destId="{4C0BA86C-0108-4EEE-8176-D4621A9FE1C5}" srcOrd="1" destOrd="0" presId="urn:microsoft.com/office/officeart/2018/2/layout/IconVerticalSolidList"/>
    <dgm:cxn modelId="{8D824D7A-E07C-432F-95D2-2B5E52B62F4E}" type="presParOf" srcId="{D1FD54FC-45A3-474A-938A-004FF99AAB07}" destId="{6F3A86C2-4216-452A-A5D7-B01428EF20FB}" srcOrd="2" destOrd="0" presId="urn:microsoft.com/office/officeart/2018/2/layout/IconVerticalSolidList"/>
    <dgm:cxn modelId="{24FF4C04-B23A-4DA0-AA9C-CD9A37C5A71A}" type="presParOf" srcId="{D1FD54FC-45A3-474A-938A-004FF99AAB07}" destId="{CAB843EB-189B-4EBF-A747-A8177E54E978}" srcOrd="3" destOrd="0" presId="urn:microsoft.com/office/officeart/2018/2/layout/IconVerticalSolidList"/>
    <dgm:cxn modelId="{719F0B19-DD29-4504-94C8-D2DF78EB22ED}" type="presParOf" srcId="{9BC02991-2614-4A11-9FBF-885B7211135F}" destId="{BEE3DA4A-38CD-43C1-A2B5-4A31AA1E985F}" srcOrd="3" destOrd="0" presId="urn:microsoft.com/office/officeart/2018/2/layout/IconVerticalSolidList"/>
    <dgm:cxn modelId="{F552AD9E-9BD5-43B9-8A2C-CAF25B7B38C5}" type="presParOf" srcId="{9BC02991-2614-4A11-9FBF-885B7211135F}" destId="{DA52C593-AD5A-4554-9774-DDC14488D959}" srcOrd="4" destOrd="0" presId="urn:microsoft.com/office/officeart/2018/2/layout/IconVerticalSolidList"/>
    <dgm:cxn modelId="{B2219439-A48B-450C-9C11-27E84BCD1C68}" type="presParOf" srcId="{DA52C593-AD5A-4554-9774-DDC14488D959}" destId="{F47A232A-570F-4246-AE25-7FD6E44897D4}" srcOrd="0" destOrd="0" presId="urn:microsoft.com/office/officeart/2018/2/layout/IconVerticalSolidList"/>
    <dgm:cxn modelId="{49E9F2CD-3309-460E-8B9D-88BDEC010AAB}" type="presParOf" srcId="{DA52C593-AD5A-4554-9774-DDC14488D959}" destId="{AD358B9B-9BDB-4B1E-9261-189F05BAADF5}" srcOrd="1" destOrd="0" presId="urn:microsoft.com/office/officeart/2018/2/layout/IconVerticalSolidList"/>
    <dgm:cxn modelId="{863CEF70-05E2-4A66-95BC-34307D293442}" type="presParOf" srcId="{DA52C593-AD5A-4554-9774-DDC14488D959}" destId="{36800C05-EB89-426C-B31E-47E6C16B2200}" srcOrd="2" destOrd="0" presId="urn:microsoft.com/office/officeart/2018/2/layout/IconVerticalSolidList"/>
    <dgm:cxn modelId="{CFA28619-32FD-4D0C-B764-0BDB87D633D2}" type="presParOf" srcId="{DA52C593-AD5A-4554-9774-DDC14488D959}" destId="{8B993E6E-BA4D-4D50-840F-B541FB600DA2}" srcOrd="3" destOrd="0" presId="urn:microsoft.com/office/officeart/2018/2/layout/IconVerticalSolidList"/>
    <dgm:cxn modelId="{CAE2B701-7923-409C-9A1E-A5D5122F155D}" type="presParOf" srcId="{9BC02991-2614-4A11-9FBF-885B7211135F}" destId="{FABFC82E-FC04-426B-AC29-7681E565AFD5}" srcOrd="5" destOrd="0" presId="urn:microsoft.com/office/officeart/2018/2/layout/IconVerticalSolidList"/>
    <dgm:cxn modelId="{979B77FE-6C2F-42A8-9C1A-5611CDFF69E5}" type="presParOf" srcId="{9BC02991-2614-4A11-9FBF-885B7211135F}" destId="{8C1C48A0-789E-4A7B-A3E4-22FBC1FF080E}" srcOrd="6" destOrd="0" presId="urn:microsoft.com/office/officeart/2018/2/layout/IconVerticalSolidList"/>
    <dgm:cxn modelId="{13539FCD-01A3-419A-9996-CB1AC718FA77}" type="presParOf" srcId="{8C1C48A0-789E-4A7B-A3E4-22FBC1FF080E}" destId="{38FEAD38-97A3-4A8E-894F-03199B673CFE}" srcOrd="0" destOrd="0" presId="urn:microsoft.com/office/officeart/2018/2/layout/IconVerticalSolidList"/>
    <dgm:cxn modelId="{7A8936A5-CCD7-4B44-A898-528FE0ADE657}" type="presParOf" srcId="{8C1C48A0-789E-4A7B-A3E4-22FBC1FF080E}" destId="{6FD223DF-7961-44DD-8D0B-71DC8A501807}" srcOrd="1" destOrd="0" presId="urn:microsoft.com/office/officeart/2018/2/layout/IconVerticalSolidList"/>
    <dgm:cxn modelId="{18BD2D00-8CA8-4FA5-B653-BCED875A7F9E}" type="presParOf" srcId="{8C1C48A0-789E-4A7B-A3E4-22FBC1FF080E}" destId="{AE4C3BAF-607A-43AA-A53A-36C76BE622B3}" srcOrd="2" destOrd="0" presId="urn:microsoft.com/office/officeart/2018/2/layout/IconVerticalSolidList"/>
    <dgm:cxn modelId="{BBFFFE9F-9A6E-4B01-A32B-216E5A95182F}" type="presParOf" srcId="{8C1C48A0-789E-4A7B-A3E4-22FBC1FF080E}" destId="{09C58992-756F-4444-9CE2-0286C318C683}" srcOrd="3" destOrd="0" presId="urn:microsoft.com/office/officeart/2018/2/layout/IconVerticalSolidList"/>
    <dgm:cxn modelId="{702A081D-8169-4F1C-806C-E122765E9DC3}" type="presParOf" srcId="{9BC02991-2614-4A11-9FBF-885B7211135F}" destId="{F0C319CE-EBD2-46D4-AD30-87BC3A9321EB}" srcOrd="7" destOrd="0" presId="urn:microsoft.com/office/officeart/2018/2/layout/IconVerticalSolidList"/>
    <dgm:cxn modelId="{4147AADB-7B06-4956-A48C-FF279626EE3F}" type="presParOf" srcId="{9BC02991-2614-4A11-9FBF-885B7211135F}" destId="{B20FD79C-C66A-4172-8531-8428829CD6DD}" srcOrd="8" destOrd="0" presId="urn:microsoft.com/office/officeart/2018/2/layout/IconVerticalSolidList"/>
    <dgm:cxn modelId="{1E532884-32CF-4B36-B214-DCD63E6F4904}" type="presParOf" srcId="{B20FD79C-C66A-4172-8531-8428829CD6DD}" destId="{9E3573FB-522D-4668-B55A-D1A4F51CAC76}" srcOrd="0" destOrd="0" presId="urn:microsoft.com/office/officeart/2018/2/layout/IconVerticalSolidList"/>
    <dgm:cxn modelId="{AF22231F-1F20-47D3-BBAD-97B36E49B01D}" type="presParOf" srcId="{B20FD79C-C66A-4172-8531-8428829CD6DD}" destId="{40BEA1DC-423E-4A5E-8C12-1F33665E479D}" srcOrd="1" destOrd="0" presId="urn:microsoft.com/office/officeart/2018/2/layout/IconVerticalSolidList"/>
    <dgm:cxn modelId="{C8F23F8C-9086-42EA-A194-999199F5B906}" type="presParOf" srcId="{B20FD79C-C66A-4172-8531-8428829CD6DD}" destId="{3299A285-86B8-43C7-BADA-38EB296EEE00}" srcOrd="2" destOrd="0" presId="urn:microsoft.com/office/officeart/2018/2/layout/IconVerticalSolidList"/>
    <dgm:cxn modelId="{C4B62F76-A371-48AD-B6D8-CD8D00F3DDB0}" type="presParOf" srcId="{B20FD79C-C66A-4172-8531-8428829CD6DD}" destId="{0E73FD95-A726-413F-A165-B97651FC3E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DE5979-37FB-44CF-8AD0-4B61D60621A4}">
      <dsp:nvSpPr>
        <dsp:cNvPr id="0" name=""/>
        <dsp:cNvSpPr/>
      </dsp:nvSpPr>
      <dsp:spPr>
        <a:xfrm>
          <a:off x="0" y="106523"/>
          <a:ext cx="2661046" cy="15966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/>
            <a:t>- Automatiser la construction, le test et le déploiement</a:t>
          </a:r>
          <a:endParaRPr lang="en-US" sz="2000" kern="1200" dirty="0"/>
        </a:p>
      </dsp:txBody>
      <dsp:txXfrm>
        <a:off x="0" y="106523"/>
        <a:ext cx="2661046" cy="1596627"/>
      </dsp:txXfrm>
    </dsp:sp>
    <dsp:sp modelId="{A666B15F-CCCE-412C-AD32-6F958AB48908}">
      <dsp:nvSpPr>
        <dsp:cNvPr id="0" name=""/>
        <dsp:cNvSpPr/>
      </dsp:nvSpPr>
      <dsp:spPr>
        <a:xfrm>
          <a:off x="2927151" y="106523"/>
          <a:ext cx="2661046" cy="15966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/>
            <a:t>- Standardiser les workflows CI/CD</a:t>
          </a:r>
          <a:endParaRPr lang="en-US" sz="2000" kern="1200"/>
        </a:p>
      </dsp:txBody>
      <dsp:txXfrm>
        <a:off x="2927151" y="106523"/>
        <a:ext cx="2661046" cy="1596627"/>
      </dsp:txXfrm>
    </dsp:sp>
    <dsp:sp modelId="{C1EEB5E2-A123-4275-94D9-B7B68443460A}">
      <dsp:nvSpPr>
        <dsp:cNvPr id="0" name=""/>
        <dsp:cNvSpPr/>
      </dsp:nvSpPr>
      <dsp:spPr>
        <a:xfrm>
          <a:off x="5854302" y="106523"/>
          <a:ext cx="2661046" cy="15966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/>
            <a:t>- Assurer reproductibilité et traçabilité</a:t>
          </a:r>
          <a:endParaRPr lang="en-US" sz="2000" kern="1200"/>
        </a:p>
      </dsp:txBody>
      <dsp:txXfrm>
        <a:off x="5854302" y="106523"/>
        <a:ext cx="2661046" cy="1596627"/>
      </dsp:txXfrm>
    </dsp:sp>
    <dsp:sp modelId="{5AD3326A-BA45-490C-912F-AF95CF32F89D}">
      <dsp:nvSpPr>
        <dsp:cNvPr id="0" name=""/>
        <dsp:cNvSpPr/>
      </dsp:nvSpPr>
      <dsp:spPr>
        <a:xfrm>
          <a:off x="1463575" y="1969256"/>
          <a:ext cx="2661046" cy="15966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/>
            <a:t>- Réduire les erreurs humaines</a:t>
          </a:r>
          <a:endParaRPr lang="en-US" sz="2000" kern="1200"/>
        </a:p>
      </dsp:txBody>
      <dsp:txXfrm>
        <a:off x="1463575" y="1969256"/>
        <a:ext cx="2661046" cy="1596627"/>
      </dsp:txXfrm>
    </dsp:sp>
    <dsp:sp modelId="{9ADCB2C1-EBF2-46C6-AC68-450906CF064D}">
      <dsp:nvSpPr>
        <dsp:cNvPr id="0" name=""/>
        <dsp:cNvSpPr/>
      </dsp:nvSpPr>
      <dsp:spPr>
        <a:xfrm>
          <a:off x="4390726" y="1969256"/>
          <a:ext cx="2661046" cy="159662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/>
            <a:t>- Faciliter le travail collaboratif dans les équipes DevOps</a:t>
          </a:r>
          <a:r>
            <a:rPr lang="en-ZA" sz="2000" kern="1200" baseline="0"/>
            <a:t>s pipelines Jenkins ?</a:t>
          </a:r>
          <a:endParaRPr lang="en-US" sz="2000" kern="1200"/>
        </a:p>
      </dsp:txBody>
      <dsp:txXfrm>
        <a:off x="4390726" y="1969256"/>
        <a:ext cx="2661046" cy="15966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CFA70-412D-46F6-B91A-33DB920DBFB7}">
      <dsp:nvSpPr>
        <dsp:cNvPr id="0" name=""/>
        <dsp:cNvSpPr/>
      </dsp:nvSpPr>
      <dsp:spPr>
        <a:xfrm>
          <a:off x="0" y="1524"/>
          <a:ext cx="8515349" cy="7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2906C-7B56-4309-AF37-D851E63A8347}">
      <dsp:nvSpPr>
        <dsp:cNvPr id="0" name=""/>
        <dsp:cNvSpPr/>
      </dsp:nvSpPr>
      <dsp:spPr>
        <a:xfrm>
          <a:off x="233680" y="175335"/>
          <a:ext cx="424873" cy="4248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30C194-7AFE-41E4-B6F4-F373EA46A588}">
      <dsp:nvSpPr>
        <dsp:cNvPr id="0" name=""/>
        <dsp:cNvSpPr/>
      </dsp:nvSpPr>
      <dsp:spPr>
        <a:xfrm>
          <a:off x="892233" y="1524"/>
          <a:ext cx="7623115" cy="7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56" tIns="81756" rIns="81756" bIns="8175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Jenkins centralise les pipelines et builds</a:t>
          </a:r>
          <a:endParaRPr lang="en-US" sz="1800" kern="1200"/>
        </a:p>
      </dsp:txBody>
      <dsp:txXfrm>
        <a:off x="892233" y="1524"/>
        <a:ext cx="7623115" cy="772496"/>
      </dsp:txXfrm>
    </dsp:sp>
    <dsp:sp modelId="{FEC64F12-9E16-4DA7-85BF-4FF9DCDCE5FA}">
      <dsp:nvSpPr>
        <dsp:cNvPr id="0" name=""/>
        <dsp:cNvSpPr/>
      </dsp:nvSpPr>
      <dsp:spPr>
        <a:xfrm>
          <a:off x="0" y="967145"/>
          <a:ext cx="8515349" cy="7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E66EF-31CD-4674-8BC4-1F9903A36B52}">
      <dsp:nvSpPr>
        <dsp:cNvPr id="0" name=""/>
        <dsp:cNvSpPr/>
      </dsp:nvSpPr>
      <dsp:spPr>
        <a:xfrm>
          <a:off x="233680" y="1140956"/>
          <a:ext cx="424873" cy="4248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4EE0A-AB62-4D36-8D71-CC562CBCDF52}">
      <dsp:nvSpPr>
        <dsp:cNvPr id="0" name=""/>
        <dsp:cNvSpPr/>
      </dsp:nvSpPr>
      <dsp:spPr>
        <a:xfrm>
          <a:off x="892233" y="967145"/>
          <a:ext cx="7623115" cy="7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56" tIns="81756" rIns="81756" bIns="8175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Pipeline = script qui décrit étapes du workflow</a:t>
          </a:r>
          <a:endParaRPr lang="en-US" sz="1800" kern="1200"/>
        </a:p>
      </dsp:txBody>
      <dsp:txXfrm>
        <a:off x="892233" y="967145"/>
        <a:ext cx="7623115" cy="772496"/>
      </dsp:txXfrm>
    </dsp:sp>
    <dsp:sp modelId="{BF785027-EB5C-49B9-BBCB-B8C6EF24568A}">
      <dsp:nvSpPr>
        <dsp:cNvPr id="0" name=""/>
        <dsp:cNvSpPr/>
      </dsp:nvSpPr>
      <dsp:spPr>
        <a:xfrm>
          <a:off x="0" y="1932766"/>
          <a:ext cx="8515349" cy="7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2F47C-3E3F-494A-BA85-91AE8C8E7A4F}">
      <dsp:nvSpPr>
        <dsp:cNvPr id="0" name=""/>
        <dsp:cNvSpPr/>
      </dsp:nvSpPr>
      <dsp:spPr>
        <a:xfrm>
          <a:off x="233680" y="2106577"/>
          <a:ext cx="424873" cy="4248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0288B-C5B9-4AAC-B83B-536CA8FB96FE}">
      <dsp:nvSpPr>
        <dsp:cNvPr id="0" name=""/>
        <dsp:cNvSpPr/>
      </dsp:nvSpPr>
      <dsp:spPr>
        <a:xfrm>
          <a:off x="892233" y="1932766"/>
          <a:ext cx="7623115" cy="7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56" tIns="81756" rIns="81756" bIns="8175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Peut être freestyle ou declaratif</a:t>
          </a:r>
          <a:endParaRPr lang="en-US" sz="1800" kern="1200"/>
        </a:p>
      </dsp:txBody>
      <dsp:txXfrm>
        <a:off x="892233" y="1932766"/>
        <a:ext cx="7623115" cy="772496"/>
      </dsp:txXfrm>
    </dsp:sp>
    <dsp:sp modelId="{9D1DCB83-9208-454E-8C1C-23FC55E63554}">
      <dsp:nvSpPr>
        <dsp:cNvPr id="0" name=""/>
        <dsp:cNvSpPr/>
      </dsp:nvSpPr>
      <dsp:spPr>
        <a:xfrm>
          <a:off x="0" y="2898387"/>
          <a:ext cx="8515349" cy="77249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32D6B1-8F1A-460C-9DAC-F206CDD3418E}">
      <dsp:nvSpPr>
        <dsp:cNvPr id="0" name=""/>
        <dsp:cNvSpPr/>
      </dsp:nvSpPr>
      <dsp:spPr>
        <a:xfrm>
          <a:off x="233680" y="3072198"/>
          <a:ext cx="424873" cy="42487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C9BB7-218B-4055-BAE6-CDB5B9CEDA44}">
      <dsp:nvSpPr>
        <dsp:cNvPr id="0" name=""/>
        <dsp:cNvSpPr/>
      </dsp:nvSpPr>
      <dsp:spPr>
        <a:xfrm>
          <a:off x="892233" y="2898387"/>
          <a:ext cx="7623115" cy="77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756" tIns="81756" rIns="81756" bIns="81756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Peut intégrer tous types de projets : Maven, Gradle, NodeJS, Python…</a:t>
          </a:r>
          <a:endParaRPr lang="en-US" sz="1800" kern="1200"/>
        </a:p>
      </dsp:txBody>
      <dsp:txXfrm>
        <a:off x="892233" y="2898387"/>
        <a:ext cx="7623115" cy="7724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A8C29-42AF-437E-91EA-9D45B2372FEE}">
      <dsp:nvSpPr>
        <dsp:cNvPr id="0" name=""/>
        <dsp:cNvSpPr/>
      </dsp:nvSpPr>
      <dsp:spPr>
        <a:xfrm>
          <a:off x="0" y="448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2C8D5-E3E1-4592-BA23-31E4F1539982}">
      <dsp:nvSpPr>
        <dsp:cNvPr id="0" name=""/>
        <dsp:cNvSpPr/>
      </dsp:nvSpPr>
      <dsp:spPr>
        <a:xfrm>
          <a:off x="0" y="448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latin typeface="Montserrat" pitchFamily="2" charset="0"/>
            </a:rPr>
            <a:t>- Automatisation complète : plus besoin d’exécuter manuellement</a:t>
          </a:r>
          <a:endParaRPr lang="en-US" sz="2000" kern="1200" dirty="0">
            <a:latin typeface="Montserrat" pitchFamily="2" charset="0"/>
          </a:endParaRPr>
        </a:p>
      </dsp:txBody>
      <dsp:txXfrm>
        <a:off x="0" y="448"/>
        <a:ext cx="8515349" cy="734302"/>
      </dsp:txXfrm>
    </dsp:sp>
    <dsp:sp modelId="{5102DDBC-9F07-4AB2-A7BB-C9A4D192E060}">
      <dsp:nvSpPr>
        <dsp:cNvPr id="0" name=""/>
        <dsp:cNvSpPr/>
      </dsp:nvSpPr>
      <dsp:spPr>
        <a:xfrm>
          <a:off x="0" y="734750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81DEC-8003-45CF-9943-F6C9014E565B}">
      <dsp:nvSpPr>
        <dsp:cNvPr id="0" name=""/>
        <dsp:cNvSpPr/>
      </dsp:nvSpPr>
      <dsp:spPr>
        <a:xfrm>
          <a:off x="0" y="734750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/>
            <a:t>- 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Fiabilité : logs et historique des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builds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734750"/>
        <a:ext cx="8515349" cy="734302"/>
      </dsp:txXfrm>
    </dsp:sp>
    <dsp:sp modelId="{77109E61-F9AE-4A6E-844C-DDEFAAFC4DE3}">
      <dsp:nvSpPr>
        <dsp:cNvPr id="0" name=""/>
        <dsp:cNvSpPr/>
      </dsp:nvSpPr>
      <dsp:spPr>
        <a:xfrm>
          <a:off x="0" y="1469052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05FE8-3DA1-4AC8-A73F-A78EE39B3038}">
      <dsp:nvSpPr>
        <dsp:cNvPr id="0" name=""/>
        <dsp:cNvSpPr/>
      </dsp:nvSpPr>
      <dsp:spPr>
        <a:xfrm>
          <a:off x="0" y="1469052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Reproductibilité : versionné avec le code (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Jenkinsfile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)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469052"/>
        <a:ext cx="8515349" cy="734302"/>
      </dsp:txXfrm>
    </dsp:sp>
    <dsp:sp modelId="{056A87D1-1F2D-4871-AFA2-82857CCECFD8}">
      <dsp:nvSpPr>
        <dsp:cNvPr id="0" name=""/>
        <dsp:cNvSpPr/>
      </dsp:nvSpPr>
      <dsp:spPr>
        <a:xfrm>
          <a:off x="0" y="2203355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CB866-F343-45C1-B773-01183D544C61}">
      <dsp:nvSpPr>
        <dsp:cNvPr id="0" name=""/>
        <dsp:cNvSpPr/>
      </dsp:nvSpPr>
      <dsp:spPr>
        <a:xfrm>
          <a:off x="0" y="2203355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Scalabilité :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multi-branches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et multi-agents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203355"/>
        <a:ext cx="8515349" cy="734302"/>
      </dsp:txXfrm>
    </dsp:sp>
    <dsp:sp modelId="{2BF8C428-2893-4E74-A658-2FD845BC6C56}">
      <dsp:nvSpPr>
        <dsp:cNvPr id="0" name=""/>
        <dsp:cNvSpPr/>
      </dsp:nvSpPr>
      <dsp:spPr>
        <a:xfrm>
          <a:off x="0" y="2937657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15132-7C52-4CED-A036-BC1FC693510E}">
      <dsp:nvSpPr>
        <dsp:cNvPr id="0" name=""/>
        <dsp:cNvSpPr/>
      </dsp:nvSpPr>
      <dsp:spPr>
        <a:xfrm>
          <a:off x="0" y="2937657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Qualité : intégration des tests unitaires et d’intégration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937657"/>
        <a:ext cx="8515349" cy="7343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C3B1C-39CE-4F84-B8E9-5073E776665A}">
      <dsp:nvSpPr>
        <dsp:cNvPr id="0" name=""/>
        <dsp:cNvSpPr/>
      </dsp:nvSpPr>
      <dsp:spPr>
        <a:xfrm>
          <a:off x="0" y="448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FEFF50-15D7-4B57-9905-83B19851F4B3}">
      <dsp:nvSpPr>
        <dsp:cNvPr id="0" name=""/>
        <dsp:cNvSpPr/>
      </dsp:nvSpPr>
      <dsp:spPr>
        <a:xfrm>
          <a:off x="0" y="448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Développement d’applications Java avec Maven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448"/>
        <a:ext cx="8515349" cy="734302"/>
      </dsp:txXfrm>
    </dsp:sp>
    <dsp:sp modelId="{D6600820-C583-4E4B-8D84-C833CE7487AD}">
      <dsp:nvSpPr>
        <dsp:cNvPr id="0" name=""/>
        <dsp:cNvSpPr/>
      </dsp:nvSpPr>
      <dsp:spPr>
        <a:xfrm>
          <a:off x="0" y="734750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4C025-BD7E-42A8-82D8-1859F3B104D7}">
      <dsp:nvSpPr>
        <dsp:cNvPr id="0" name=""/>
        <dsp:cNvSpPr/>
      </dsp:nvSpPr>
      <dsp:spPr>
        <a:xfrm>
          <a:off x="0" y="734750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Déploiement d’APIs REST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734750"/>
        <a:ext cx="8515349" cy="734302"/>
      </dsp:txXfrm>
    </dsp:sp>
    <dsp:sp modelId="{150C24E9-CA1A-4B39-B40E-C60A47FB7FA4}">
      <dsp:nvSpPr>
        <dsp:cNvPr id="0" name=""/>
        <dsp:cNvSpPr/>
      </dsp:nvSpPr>
      <dsp:spPr>
        <a:xfrm>
          <a:off x="0" y="1469052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0363A-B6F0-48A1-BC0E-B622E5E61B98}">
      <dsp:nvSpPr>
        <dsp:cNvPr id="0" name=""/>
        <dsp:cNvSpPr/>
      </dsp:nvSpPr>
      <dsp:spPr>
        <a:xfrm>
          <a:off x="0" y="1469052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Microservices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Docker/Kubernetes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469052"/>
        <a:ext cx="8515349" cy="734302"/>
      </dsp:txXfrm>
    </dsp:sp>
    <dsp:sp modelId="{F67485BB-4B19-4B3C-9F75-8E0B45E1A388}">
      <dsp:nvSpPr>
        <dsp:cNvPr id="0" name=""/>
        <dsp:cNvSpPr/>
      </dsp:nvSpPr>
      <dsp:spPr>
        <a:xfrm>
          <a:off x="0" y="2203355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6C71E-C962-4ACB-81E5-6306265E46DE}">
      <dsp:nvSpPr>
        <dsp:cNvPr id="0" name=""/>
        <dsp:cNvSpPr/>
      </dsp:nvSpPr>
      <dsp:spPr>
        <a:xfrm>
          <a:off x="0" y="2203355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Projets </a:t>
          </a:r>
          <a:r>
            <a:rPr lang="fr-FR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multi-branches</a:t>
          </a: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avec validations automatisées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203355"/>
        <a:ext cx="8515349" cy="734302"/>
      </dsp:txXfrm>
    </dsp:sp>
    <dsp:sp modelId="{C37AD882-2DC8-4251-98F6-37F9CB2BB319}">
      <dsp:nvSpPr>
        <dsp:cNvPr id="0" name=""/>
        <dsp:cNvSpPr/>
      </dsp:nvSpPr>
      <dsp:spPr>
        <a:xfrm>
          <a:off x="0" y="2937657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DBE27-31D6-400B-82AD-6EE3F8E96720}">
      <dsp:nvSpPr>
        <dsp:cNvPr id="0" name=""/>
        <dsp:cNvSpPr/>
      </dsp:nvSpPr>
      <dsp:spPr>
        <a:xfrm>
          <a:off x="0" y="2937657"/>
          <a:ext cx="8515349" cy="73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Automation des tests unitaires et performance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937657"/>
        <a:ext cx="8515349" cy="7343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D086B-D2D5-496A-ABD3-72541B70626F}">
      <dsp:nvSpPr>
        <dsp:cNvPr id="0" name=""/>
        <dsp:cNvSpPr/>
      </dsp:nvSpPr>
      <dsp:spPr>
        <a:xfrm>
          <a:off x="0" y="448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7819B-A4EE-413D-941E-147FF0938A76}">
      <dsp:nvSpPr>
        <dsp:cNvPr id="0" name=""/>
        <dsp:cNvSpPr/>
      </dsp:nvSpPr>
      <dsp:spPr>
        <a:xfrm>
          <a:off x="0" y="448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Jenkins utilise Groovy pour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définir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pipelines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448"/>
        <a:ext cx="8515349" cy="524501"/>
      </dsp:txXfrm>
    </dsp:sp>
    <dsp:sp modelId="{FE3AFF4E-8B50-4A6D-B03C-38F6BDE402EB}">
      <dsp:nvSpPr>
        <dsp:cNvPr id="0" name=""/>
        <dsp:cNvSpPr/>
      </dsp:nvSpPr>
      <dsp:spPr>
        <a:xfrm>
          <a:off x="0" y="524949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92D0D-BA66-4EF1-BF35-6A380EF3F0B5}">
      <dsp:nvSpPr>
        <dsp:cNvPr id="0" name=""/>
        <dsp:cNvSpPr/>
      </dsp:nvSpPr>
      <dsp:spPr>
        <a:xfrm>
          <a:off x="0" y="524949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DSL Jenkins = Domain Specific Language pour pipelines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524949"/>
        <a:ext cx="8515349" cy="524501"/>
      </dsp:txXfrm>
    </dsp:sp>
    <dsp:sp modelId="{4265829E-FCE3-46DE-88A4-AD6BAB24816D}">
      <dsp:nvSpPr>
        <dsp:cNvPr id="0" name=""/>
        <dsp:cNvSpPr/>
      </dsp:nvSpPr>
      <dsp:spPr>
        <a:xfrm>
          <a:off x="0" y="1049451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B3AD1-01C9-4A7D-A8F1-37174D81F29D}">
      <dsp:nvSpPr>
        <dsp:cNvPr id="0" name=""/>
        <dsp:cNvSpPr/>
      </dsp:nvSpPr>
      <dsp:spPr>
        <a:xfrm>
          <a:off x="0" y="1049451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Deux syntaxes possibles :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049451"/>
        <a:ext cx="8515349" cy="524501"/>
      </dsp:txXfrm>
    </dsp:sp>
    <dsp:sp modelId="{BFFFA120-682F-4F61-8F07-7CFACB8079A8}">
      <dsp:nvSpPr>
        <dsp:cNvPr id="0" name=""/>
        <dsp:cNvSpPr/>
      </dsp:nvSpPr>
      <dsp:spPr>
        <a:xfrm>
          <a:off x="0" y="1573953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40AB6-4F2B-40A9-A1FC-332166A1AC3B}">
      <dsp:nvSpPr>
        <dsp:cNvPr id="0" name=""/>
        <dsp:cNvSpPr/>
      </dsp:nvSpPr>
      <dsp:spPr>
        <a:xfrm>
          <a:off x="0" y="1573953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	- Declarative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573953"/>
        <a:ext cx="8515349" cy="524501"/>
      </dsp:txXfrm>
    </dsp:sp>
    <dsp:sp modelId="{D903B01B-78E4-4AB4-A2F3-76867E76842A}">
      <dsp:nvSpPr>
        <dsp:cNvPr id="0" name=""/>
        <dsp:cNvSpPr/>
      </dsp:nvSpPr>
      <dsp:spPr>
        <a:xfrm>
          <a:off x="0" y="2098454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81702-203F-46E2-827B-7A59E94F6500}">
      <dsp:nvSpPr>
        <dsp:cNvPr id="0" name=""/>
        <dsp:cNvSpPr/>
      </dsp:nvSpPr>
      <dsp:spPr>
        <a:xfrm>
          <a:off x="0" y="2098454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	- Scripted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098454"/>
        <a:ext cx="8515349" cy="524501"/>
      </dsp:txXfrm>
    </dsp:sp>
    <dsp:sp modelId="{A5FC8C4C-D50A-4E73-BAF4-609D9AC62F06}">
      <dsp:nvSpPr>
        <dsp:cNvPr id="0" name=""/>
        <dsp:cNvSpPr/>
      </dsp:nvSpPr>
      <dsp:spPr>
        <a:xfrm>
          <a:off x="0" y="2622956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33F93-0940-489B-B3BE-C3E829198555}">
      <dsp:nvSpPr>
        <dsp:cNvPr id="0" name=""/>
        <dsp:cNvSpPr/>
      </dsp:nvSpPr>
      <dsp:spPr>
        <a:xfrm>
          <a:off x="0" y="2622956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Exemple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Groovy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basique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: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622956"/>
        <a:ext cx="8515349" cy="524501"/>
      </dsp:txXfrm>
    </dsp:sp>
    <dsp:sp modelId="{A4667420-8C51-4CE3-A825-25F780D5E943}">
      <dsp:nvSpPr>
        <dsp:cNvPr id="0" name=""/>
        <dsp:cNvSpPr/>
      </dsp:nvSpPr>
      <dsp:spPr>
        <a:xfrm>
          <a:off x="0" y="3147458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3EAF5-D7E3-4679-B5D8-E13AD5736599}">
      <dsp:nvSpPr>
        <dsp:cNvPr id="0" name=""/>
        <dsp:cNvSpPr/>
      </dsp:nvSpPr>
      <dsp:spPr>
        <a:xfrm>
          <a:off x="0" y="3147458"/>
          <a:ext cx="8515349" cy="5245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2300" kern="1200" dirty="0"/>
        </a:p>
      </dsp:txBody>
      <dsp:txXfrm>
        <a:off x="0" y="3147458"/>
        <a:ext cx="8515349" cy="5245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598B5-3ECA-4389-8D30-888FB05D84D3}">
      <dsp:nvSpPr>
        <dsp:cNvPr id="0" name=""/>
        <dsp:cNvSpPr/>
      </dsp:nvSpPr>
      <dsp:spPr>
        <a:xfrm>
          <a:off x="0" y="0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A32FE8C-6218-4E67-B8CE-6935CD456E4C}">
      <dsp:nvSpPr>
        <dsp:cNvPr id="0" name=""/>
        <dsp:cNvSpPr/>
      </dsp:nvSpPr>
      <dsp:spPr>
        <a:xfrm>
          <a:off x="0" y="0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Declarative</a:t>
          </a:r>
          <a:endParaRPr lang="en-US" sz="2000" b="1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0"/>
        <a:ext cx="8515349" cy="459051"/>
      </dsp:txXfrm>
    </dsp:sp>
    <dsp:sp modelId="{2E80DD8F-84BC-4C51-98F7-1B09AD01D270}">
      <dsp:nvSpPr>
        <dsp:cNvPr id="0" name=""/>
        <dsp:cNvSpPr/>
      </dsp:nvSpPr>
      <dsp:spPr>
        <a:xfrm>
          <a:off x="0" y="459051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BA9A8FB-48BC-484B-9E05-71F121034FF3}">
      <dsp:nvSpPr>
        <dsp:cNvPr id="0" name=""/>
        <dsp:cNvSpPr/>
      </dsp:nvSpPr>
      <dsp:spPr>
        <a:xfrm>
          <a:off x="0" y="459051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Syntaxe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simple et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standardisée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459051"/>
        <a:ext cx="8515349" cy="459051"/>
      </dsp:txXfrm>
    </dsp:sp>
    <dsp:sp modelId="{20BA8D61-D34E-4A0C-8528-3F6277382482}">
      <dsp:nvSpPr>
        <dsp:cNvPr id="0" name=""/>
        <dsp:cNvSpPr/>
      </dsp:nvSpPr>
      <dsp:spPr>
        <a:xfrm>
          <a:off x="0" y="918102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F6BCD47-A7C2-4909-BF31-1DB423490592}">
      <dsp:nvSpPr>
        <dsp:cNvPr id="0" name=""/>
        <dsp:cNvSpPr/>
      </dsp:nvSpPr>
      <dsp:spPr>
        <a:xfrm>
          <a:off x="0" y="918102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Structure fixe : `pipeline { agent; stages { stage(...) { steps {...} } } }`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918102"/>
        <a:ext cx="8515349" cy="459051"/>
      </dsp:txXfrm>
    </dsp:sp>
    <dsp:sp modelId="{50967A4F-A89F-4D94-AA36-E5CA2C5CBE29}">
      <dsp:nvSpPr>
        <dsp:cNvPr id="0" name=""/>
        <dsp:cNvSpPr/>
      </dsp:nvSpPr>
      <dsp:spPr>
        <a:xfrm>
          <a:off x="0" y="1377153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30DE99-59DD-4151-B7AD-79EC28F6A038}">
      <dsp:nvSpPr>
        <dsp:cNvPr id="0" name=""/>
        <dsp:cNvSpPr/>
      </dsp:nvSpPr>
      <dsp:spPr>
        <a:xfrm>
          <a:off x="0" y="1377153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Idéal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pour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débutants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377153"/>
        <a:ext cx="8515349" cy="459051"/>
      </dsp:txXfrm>
    </dsp:sp>
    <dsp:sp modelId="{8DEC1341-42BD-4F39-9DCA-76703AAA82B2}">
      <dsp:nvSpPr>
        <dsp:cNvPr id="0" name=""/>
        <dsp:cNvSpPr/>
      </dsp:nvSpPr>
      <dsp:spPr>
        <a:xfrm>
          <a:off x="0" y="1836204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BDDF71-7B7F-4500-8CA6-E514773809AF}">
      <dsp:nvSpPr>
        <dsp:cNvPr id="0" name=""/>
        <dsp:cNvSpPr/>
      </dsp:nvSpPr>
      <dsp:spPr>
        <a:xfrm>
          <a:off x="0" y="1836204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Scripted</a:t>
          </a:r>
          <a:endParaRPr lang="en-US" sz="2000" b="1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1836204"/>
        <a:ext cx="8515349" cy="459051"/>
      </dsp:txXfrm>
    </dsp:sp>
    <dsp:sp modelId="{198775A4-545C-428B-8AB4-3C3267C8EEA8}">
      <dsp:nvSpPr>
        <dsp:cNvPr id="0" name=""/>
        <dsp:cNvSpPr/>
      </dsp:nvSpPr>
      <dsp:spPr>
        <a:xfrm>
          <a:off x="0" y="2295255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0977721-993E-46BF-B2F9-338DDFDCECC1}">
      <dsp:nvSpPr>
        <dsp:cNvPr id="0" name=""/>
        <dsp:cNvSpPr/>
      </dsp:nvSpPr>
      <dsp:spPr>
        <a:xfrm>
          <a:off x="0" y="2295254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Syntaxe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Groovy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complète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295254"/>
        <a:ext cx="8515349" cy="459051"/>
      </dsp:txXfrm>
    </dsp:sp>
    <dsp:sp modelId="{EB822D99-C5B3-439C-A311-053B84D85071}">
      <dsp:nvSpPr>
        <dsp:cNvPr id="0" name=""/>
        <dsp:cNvSpPr/>
      </dsp:nvSpPr>
      <dsp:spPr>
        <a:xfrm>
          <a:off x="0" y="2754306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06A3D8-F84B-4AB2-888D-26C9A97670EE}">
      <dsp:nvSpPr>
        <dsp:cNvPr id="0" name=""/>
        <dsp:cNvSpPr/>
      </dsp:nvSpPr>
      <dsp:spPr>
        <a:xfrm>
          <a:off x="0" y="2754306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Plus flexible,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logique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conditionnelle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avancée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2754306"/>
        <a:ext cx="8515349" cy="459051"/>
      </dsp:txXfrm>
    </dsp:sp>
    <dsp:sp modelId="{13262C70-EF65-47D6-AC2F-F58A6E27E1F3}">
      <dsp:nvSpPr>
        <dsp:cNvPr id="0" name=""/>
        <dsp:cNvSpPr/>
      </dsp:nvSpPr>
      <dsp:spPr>
        <a:xfrm>
          <a:off x="0" y="3213356"/>
          <a:ext cx="851534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C27CBB-30EA-400F-8652-F4317D6F330C}">
      <dsp:nvSpPr>
        <dsp:cNvPr id="0" name=""/>
        <dsp:cNvSpPr/>
      </dsp:nvSpPr>
      <dsp:spPr>
        <a:xfrm>
          <a:off x="0" y="3213357"/>
          <a:ext cx="8515349" cy="4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-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Moins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lisible</a:t>
          </a:r>
          <a:r>
            <a:rPr lang="en-ZA" sz="2000" kern="1200" baseline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 pour les </a:t>
          </a:r>
          <a:r>
            <a:rPr lang="en-ZA" sz="2000" kern="1200" baseline="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  <a:ea typeface="+mn-ea"/>
              <a:cs typeface="+mn-cs"/>
            </a:rPr>
            <a:t>débutants</a:t>
          </a:r>
          <a:endParaRPr lang="en-US" sz="2000" kern="1200" baseline="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Montserrat" pitchFamily="2" charset="0"/>
            <a:ea typeface="+mn-ea"/>
            <a:cs typeface="+mn-cs"/>
          </a:endParaRPr>
        </a:p>
      </dsp:txBody>
      <dsp:txXfrm>
        <a:off x="0" y="3213357"/>
        <a:ext cx="8515349" cy="4590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5A644-76D5-4BD3-B115-A00741047A5A}">
      <dsp:nvSpPr>
        <dsp:cNvPr id="0" name=""/>
        <dsp:cNvSpPr/>
      </dsp:nvSpPr>
      <dsp:spPr>
        <a:xfrm>
          <a:off x="0" y="263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D86BB-1902-4083-B0D0-0E3DA76708A7}">
      <dsp:nvSpPr>
        <dsp:cNvPr id="0" name=""/>
        <dsp:cNvSpPr/>
      </dsp:nvSpPr>
      <dsp:spPr>
        <a:xfrm>
          <a:off x="169651" y="128820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5D728-E8DD-49ED-8165-BA540DC5FEB3}">
      <dsp:nvSpPr>
        <dsp:cNvPr id="0" name=""/>
        <dsp:cNvSpPr/>
      </dsp:nvSpPr>
      <dsp:spPr>
        <a:xfrm>
          <a:off x="647761" y="263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baseline="0"/>
            <a:t>- Jenkins pipelines = automation, reproducibility, CI/CD</a:t>
          </a:r>
          <a:endParaRPr lang="en-US" sz="1900" kern="1200"/>
        </a:p>
      </dsp:txBody>
      <dsp:txXfrm>
        <a:off x="647761" y="2633"/>
        <a:ext cx="7867588" cy="560832"/>
      </dsp:txXfrm>
    </dsp:sp>
    <dsp:sp modelId="{B483A3BF-BDAE-465E-A4FB-A4CE24BD11C3}">
      <dsp:nvSpPr>
        <dsp:cNvPr id="0" name=""/>
        <dsp:cNvSpPr/>
      </dsp:nvSpPr>
      <dsp:spPr>
        <a:xfrm>
          <a:off x="0" y="70367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FA103A-F290-4739-9968-6A4BA6B3E6AD}">
      <dsp:nvSpPr>
        <dsp:cNvPr id="0" name=""/>
        <dsp:cNvSpPr/>
      </dsp:nvSpPr>
      <dsp:spPr>
        <a:xfrm>
          <a:off x="169651" y="829861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9868E-673A-4F87-9AFF-591BEA206FA1}">
      <dsp:nvSpPr>
        <dsp:cNvPr id="0" name=""/>
        <dsp:cNvSpPr/>
      </dsp:nvSpPr>
      <dsp:spPr>
        <a:xfrm>
          <a:off x="647761" y="70367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baseline="0"/>
            <a:t>- Declarative syntax = standard, simple, lisible</a:t>
          </a:r>
          <a:endParaRPr lang="en-US" sz="1900" kern="1200"/>
        </a:p>
      </dsp:txBody>
      <dsp:txXfrm>
        <a:off x="647761" y="703673"/>
        <a:ext cx="7867588" cy="560832"/>
      </dsp:txXfrm>
    </dsp:sp>
    <dsp:sp modelId="{E9D00247-25AA-4AC8-B2F9-146D2D6EAB68}">
      <dsp:nvSpPr>
        <dsp:cNvPr id="0" name=""/>
        <dsp:cNvSpPr/>
      </dsp:nvSpPr>
      <dsp:spPr>
        <a:xfrm>
          <a:off x="0" y="1404714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93B501-F7E6-499E-AF3C-3BB3B3649227}">
      <dsp:nvSpPr>
        <dsp:cNvPr id="0" name=""/>
        <dsp:cNvSpPr/>
      </dsp:nvSpPr>
      <dsp:spPr>
        <a:xfrm>
          <a:off x="169651" y="153090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76C93-BBBC-4D6C-A365-4E02709FD95E}">
      <dsp:nvSpPr>
        <dsp:cNvPr id="0" name=""/>
        <dsp:cNvSpPr/>
      </dsp:nvSpPr>
      <dsp:spPr>
        <a:xfrm>
          <a:off x="647761" y="1404714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baseline="0"/>
            <a:t>- Jenkinsfile = pipeline-as-code versionné</a:t>
          </a:r>
          <a:endParaRPr lang="en-US" sz="1900" kern="1200"/>
        </a:p>
      </dsp:txBody>
      <dsp:txXfrm>
        <a:off x="647761" y="1404714"/>
        <a:ext cx="7867588" cy="560832"/>
      </dsp:txXfrm>
    </dsp:sp>
    <dsp:sp modelId="{2BEF1D1D-F9E3-415C-9BAD-5585D5C8CDD9}">
      <dsp:nvSpPr>
        <dsp:cNvPr id="0" name=""/>
        <dsp:cNvSpPr/>
      </dsp:nvSpPr>
      <dsp:spPr>
        <a:xfrm>
          <a:off x="0" y="2105755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715A15-6BB1-44BC-B29A-28EC5AF37A8D}">
      <dsp:nvSpPr>
        <dsp:cNvPr id="0" name=""/>
        <dsp:cNvSpPr/>
      </dsp:nvSpPr>
      <dsp:spPr>
        <a:xfrm>
          <a:off x="169651" y="223194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D6A55-9771-4217-AA4A-C28B92114729}">
      <dsp:nvSpPr>
        <dsp:cNvPr id="0" name=""/>
        <dsp:cNvSpPr/>
      </dsp:nvSpPr>
      <dsp:spPr>
        <a:xfrm>
          <a:off x="647761" y="2105755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baseline="0"/>
            <a:t>- Stages &amp; steps = structure logique des pipelines</a:t>
          </a:r>
          <a:endParaRPr lang="en-US" sz="1900" kern="1200"/>
        </a:p>
      </dsp:txBody>
      <dsp:txXfrm>
        <a:off x="647761" y="2105755"/>
        <a:ext cx="7867588" cy="560832"/>
      </dsp:txXfrm>
    </dsp:sp>
    <dsp:sp modelId="{92234D0B-19F9-45F0-8B15-6E7C6249A48C}">
      <dsp:nvSpPr>
        <dsp:cNvPr id="0" name=""/>
        <dsp:cNvSpPr/>
      </dsp:nvSpPr>
      <dsp:spPr>
        <a:xfrm>
          <a:off x="0" y="2806796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69370C-777F-4BFB-A6A1-AC7CECCFB48E}">
      <dsp:nvSpPr>
        <dsp:cNvPr id="0" name=""/>
        <dsp:cNvSpPr/>
      </dsp:nvSpPr>
      <dsp:spPr>
        <a:xfrm>
          <a:off x="169651" y="2932983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193E9-360F-4069-9E7D-BA3435E64D90}">
      <dsp:nvSpPr>
        <dsp:cNvPr id="0" name=""/>
        <dsp:cNvSpPr/>
      </dsp:nvSpPr>
      <dsp:spPr>
        <a:xfrm>
          <a:off x="647761" y="2806796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900" kern="1200" baseline="0"/>
            <a:t>- Visualisation et replay pour suivi et correction</a:t>
          </a:r>
          <a:endParaRPr lang="en-US" sz="1900" kern="1200"/>
        </a:p>
      </dsp:txBody>
      <dsp:txXfrm>
        <a:off x="647761" y="2806796"/>
        <a:ext cx="7867588" cy="5608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76B99-EF53-426A-847B-89A845139E88}">
      <dsp:nvSpPr>
        <dsp:cNvPr id="0" name=""/>
        <dsp:cNvSpPr/>
      </dsp:nvSpPr>
      <dsp:spPr>
        <a:xfrm>
          <a:off x="0" y="37591"/>
          <a:ext cx="8515350" cy="603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- Pipelines avancés = automatisation + robustesse  </a:t>
          </a:r>
          <a:endParaRPr lang="en-US" sz="2400" kern="1200"/>
        </a:p>
      </dsp:txBody>
      <dsp:txXfrm>
        <a:off x="29471" y="67062"/>
        <a:ext cx="8456408" cy="544777"/>
      </dsp:txXfrm>
    </dsp:sp>
    <dsp:sp modelId="{27D03E65-175C-45A8-83B4-4448B0CF15C1}">
      <dsp:nvSpPr>
        <dsp:cNvPr id="0" name=""/>
        <dsp:cNvSpPr/>
      </dsp:nvSpPr>
      <dsp:spPr>
        <a:xfrm>
          <a:off x="0" y="710431"/>
          <a:ext cx="8515350" cy="603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- Plugins, credentials, artefacts = sécurité &amp; traçabilité  </a:t>
          </a:r>
          <a:endParaRPr lang="en-US" sz="2400" kern="1200"/>
        </a:p>
      </dsp:txBody>
      <dsp:txXfrm>
        <a:off x="29471" y="739902"/>
        <a:ext cx="8456408" cy="544777"/>
      </dsp:txXfrm>
    </dsp:sp>
    <dsp:sp modelId="{12EEFD27-B845-4F35-A9E7-F755339A715E}">
      <dsp:nvSpPr>
        <dsp:cNvPr id="0" name=""/>
        <dsp:cNvSpPr/>
      </dsp:nvSpPr>
      <dsp:spPr>
        <a:xfrm>
          <a:off x="0" y="1383271"/>
          <a:ext cx="8515350" cy="603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- Parallélisation et matrix = optimisation  </a:t>
          </a:r>
          <a:endParaRPr lang="en-US" sz="2400" kern="1200"/>
        </a:p>
      </dsp:txBody>
      <dsp:txXfrm>
        <a:off x="29471" y="1412742"/>
        <a:ext cx="8456408" cy="544777"/>
      </dsp:txXfrm>
    </dsp:sp>
    <dsp:sp modelId="{B67B92BB-21C8-4225-94D0-CCCA4DAC9879}">
      <dsp:nvSpPr>
        <dsp:cNvPr id="0" name=""/>
        <dsp:cNvSpPr/>
      </dsp:nvSpPr>
      <dsp:spPr>
        <a:xfrm>
          <a:off x="0" y="2056111"/>
          <a:ext cx="8515350" cy="603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- Docker = environnement isolé et reproductible  </a:t>
          </a:r>
          <a:endParaRPr lang="en-US" sz="2400" kern="1200"/>
        </a:p>
      </dsp:txBody>
      <dsp:txXfrm>
        <a:off x="29471" y="2085582"/>
        <a:ext cx="8456408" cy="544777"/>
      </dsp:txXfrm>
    </dsp:sp>
    <dsp:sp modelId="{1AEF9684-8A53-4796-96D3-C7299B099667}">
      <dsp:nvSpPr>
        <dsp:cNvPr id="0" name=""/>
        <dsp:cNvSpPr/>
      </dsp:nvSpPr>
      <dsp:spPr>
        <a:xfrm>
          <a:off x="0" y="2728951"/>
          <a:ext cx="8515350" cy="603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- Shared Libraries = réutilisation et standardisation</a:t>
          </a:r>
          <a:endParaRPr lang="en-US" sz="2400" kern="1200"/>
        </a:p>
      </dsp:txBody>
      <dsp:txXfrm>
        <a:off x="29471" y="2758422"/>
        <a:ext cx="8456408" cy="5447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8E276-E64C-4CEC-B155-55180866F1CC}">
      <dsp:nvSpPr>
        <dsp:cNvPr id="0" name=""/>
        <dsp:cNvSpPr/>
      </dsp:nvSpPr>
      <dsp:spPr>
        <a:xfrm>
          <a:off x="0" y="1398"/>
          <a:ext cx="8515350" cy="7089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94A7B8-EC67-424C-9346-5C7CCBBB33B2}">
      <dsp:nvSpPr>
        <dsp:cNvPr id="0" name=""/>
        <dsp:cNvSpPr/>
      </dsp:nvSpPr>
      <dsp:spPr>
        <a:xfrm>
          <a:off x="214454" y="160910"/>
          <a:ext cx="389916" cy="38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65E3D-1DE8-4C1F-AD30-F6A76AC37B36}">
      <dsp:nvSpPr>
        <dsp:cNvPr id="0" name=""/>
        <dsp:cNvSpPr/>
      </dsp:nvSpPr>
      <dsp:spPr>
        <a:xfrm>
          <a:off x="818825" y="1398"/>
          <a:ext cx="7696524" cy="70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9" tIns="75029" rIns="75029" bIns="750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GitLab + Jenkins : pipelines multibranches automatisés</a:t>
          </a:r>
          <a:endParaRPr lang="en-US" sz="1800" kern="1200"/>
        </a:p>
      </dsp:txBody>
      <dsp:txXfrm>
        <a:off x="818825" y="1398"/>
        <a:ext cx="7696524" cy="708939"/>
      </dsp:txXfrm>
    </dsp:sp>
    <dsp:sp modelId="{4C4CC6FB-2107-46F3-A607-2ECAE3A60DE9}">
      <dsp:nvSpPr>
        <dsp:cNvPr id="0" name=""/>
        <dsp:cNvSpPr/>
      </dsp:nvSpPr>
      <dsp:spPr>
        <a:xfrm>
          <a:off x="0" y="887573"/>
          <a:ext cx="8515350" cy="7089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F69EF-07AC-43E1-B186-0B40DEA0B9BD}">
      <dsp:nvSpPr>
        <dsp:cNvPr id="0" name=""/>
        <dsp:cNvSpPr/>
      </dsp:nvSpPr>
      <dsp:spPr>
        <a:xfrm>
          <a:off x="214454" y="1047085"/>
          <a:ext cx="389916" cy="38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0068A-B4D4-4B1F-9031-AB6C619F56F2}">
      <dsp:nvSpPr>
        <dsp:cNvPr id="0" name=""/>
        <dsp:cNvSpPr/>
      </dsp:nvSpPr>
      <dsp:spPr>
        <a:xfrm>
          <a:off x="818825" y="887573"/>
          <a:ext cx="7696524" cy="70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9" tIns="75029" rIns="75029" bIns="750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Tests unitaires, intégration, acceptance et performance intégrés</a:t>
          </a:r>
          <a:endParaRPr lang="en-US" sz="1800" kern="1200"/>
        </a:p>
      </dsp:txBody>
      <dsp:txXfrm>
        <a:off x="818825" y="887573"/>
        <a:ext cx="7696524" cy="708939"/>
      </dsp:txXfrm>
    </dsp:sp>
    <dsp:sp modelId="{87819FFB-D98C-4E35-B575-0AE9262690DF}">
      <dsp:nvSpPr>
        <dsp:cNvPr id="0" name=""/>
        <dsp:cNvSpPr/>
      </dsp:nvSpPr>
      <dsp:spPr>
        <a:xfrm>
          <a:off x="0" y="1773748"/>
          <a:ext cx="8515350" cy="7089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A6F4D-2716-4A07-9634-5F0CA5A4876E}">
      <dsp:nvSpPr>
        <dsp:cNvPr id="0" name=""/>
        <dsp:cNvSpPr/>
      </dsp:nvSpPr>
      <dsp:spPr>
        <a:xfrm>
          <a:off x="214454" y="1933259"/>
          <a:ext cx="389916" cy="38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667CB-0B67-44B8-BEF8-01AD5649AC6F}">
      <dsp:nvSpPr>
        <dsp:cNvPr id="0" name=""/>
        <dsp:cNvSpPr/>
      </dsp:nvSpPr>
      <dsp:spPr>
        <a:xfrm>
          <a:off x="818825" y="1773748"/>
          <a:ext cx="7696524" cy="70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9" tIns="75029" rIns="75029" bIns="750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Déploiement automatisé avec rollback et notifications</a:t>
          </a:r>
          <a:endParaRPr lang="en-US" sz="1800" kern="1200"/>
        </a:p>
      </dsp:txBody>
      <dsp:txXfrm>
        <a:off x="818825" y="1773748"/>
        <a:ext cx="7696524" cy="708939"/>
      </dsp:txXfrm>
    </dsp:sp>
    <dsp:sp modelId="{965F5B72-E087-451F-B958-EFC7EAF29CE6}">
      <dsp:nvSpPr>
        <dsp:cNvPr id="0" name=""/>
        <dsp:cNvSpPr/>
      </dsp:nvSpPr>
      <dsp:spPr>
        <a:xfrm>
          <a:off x="0" y="2659923"/>
          <a:ext cx="8515350" cy="7089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B5E8E-5550-472B-9383-B5F6129464B7}">
      <dsp:nvSpPr>
        <dsp:cNvPr id="0" name=""/>
        <dsp:cNvSpPr/>
      </dsp:nvSpPr>
      <dsp:spPr>
        <a:xfrm>
          <a:off x="214454" y="2819434"/>
          <a:ext cx="389916" cy="38991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9E7C0-ADFE-430B-B50F-E0E461EAAE85}">
      <dsp:nvSpPr>
        <dsp:cNvPr id="0" name=""/>
        <dsp:cNvSpPr/>
      </dsp:nvSpPr>
      <dsp:spPr>
        <a:xfrm>
          <a:off x="818825" y="2659923"/>
          <a:ext cx="7696524" cy="70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9" tIns="75029" rIns="75029" bIns="7502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baseline="0"/>
            <a:t>- Pipelines fiables, reproductibles et traçables</a:t>
          </a:r>
          <a:endParaRPr lang="en-US" sz="1800" kern="1200"/>
        </a:p>
      </dsp:txBody>
      <dsp:txXfrm>
        <a:off x="818825" y="2659923"/>
        <a:ext cx="7696524" cy="7089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D31E3-13FE-4050-B828-0745C1DBFDA5}">
      <dsp:nvSpPr>
        <dsp:cNvPr id="0" name=""/>
        <dsp:cNvSpPr/>
      </dsp:nvSpPr>
      <dsp:spPr>
        <a:xfrm>
          <a:off x="0" y="263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2FFB3-8F49-4843-A0F5-AD79F9E215E0}">
      <dsp:nvSpPr>
        <dsp:cNvPr id="0" name=""/>
        <dsp:cNvSpPr/>
      </dsp:nvSpPr>
      <dsp:spPr>
        <a:xfrm>
          <a:off x="169651" y="128820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A0172-40A5-49EB-80F1-DC1774F1CD07}">
      <dsp:nvSpPr>
        <dsp:cNvPr id="0" name=""/>
        <dsp:cNvSpPr/>
      </dsp:nvSpPr>
      <dsp:spPr>
        <a:xfrm>
          <a:off x="647761" y="263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Mutualisation = réutilisation et standardisation</a:t>
          </a:r>
          <a:endParaRPr lang="en-US" sz="1900" kern="1200"/>
        </a:p>
      </dsp:txBody>
      <dsp:txXfrm>
        <a:off x="647761" y="2633"/>
        <a:ext cx="7867588" cy="560832"/>
      </dsp:txXfrm>
    </dsp:sp>
    <dsp:sp modelId="{2C55D218-A6F1-46F9-85A3-0B15D78D8C3E}">
      <dsp:nvSpPr>
        <dsp:cNvPr id="0" name=""/>
        <dsp:cNvSpPr/>
      </dsp:nvSpPr>
      <dsp:spPr>
        <a:xfrm>
          <a:off x="0" y="70367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97C34-C708-49BF-A7A4-1676A0ADB6EA}">
      <dsp:nvSpPr>
        <dsp:cNvPr id="0" name=""/>
        <dsp:cNvSpPr/>
      </dsp:nvSpPr>
      <dsp:spPr>
        <a:xfrm>
          <a:off x="169651" y="829861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6E2EC-3736-4D0D-AE3C-F86DCA50EB17}">
      <dsp:nvSpPr>
        <dsp:cNvPr id="0" name=""/>
        <dsp:cNvSpPr/>
      </dsp:nvSpPr>
      <dsp:spPr>
        <a:xfrm>
          <a:off x="647761" y="70367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Shared Libraries : `vars`, `src`, `resources`</a:t>
          </a:r>
          <a:endParaRPr lang="en-US" sz="1900" kern="1200"/>
        </a:p>
      </dsp:txBody>
      <dsp:txXfrm>
        <a:off x="647761" y="703673"/>
        <a:ext cx="7867588" cy="560832"/>
      </dsp:txXfrm>
    </dsp:sp>
    <dsp:sp modelId="{9585F1BC-132F-489B-A29E-7149769B30DD}">
      <dsp:nvSpPr>
        <dsp:cNvPr id="0" name=""/>
        <dsp:cNvSpPr/>
      </dsp:nvSpPr>
      <dsp:spPr>
        <a:xfrm>
          <a:off x="0" y="1404714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BAD62-33E6-40AE-84AC-6A7A5270B197}">
      <dsp:nvSpPr>
        <dsp:cNvPr id="0" name=""/>
        <dsp:cNvSpPr/>
      </dsp:nvSpPr>
      <dsp:spPr>
        <a:xfrm>
          <a:off x="169651" y="153090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5E8B15-246A-42D7-BA6B-5A2E490E0B70}">
      <dsp:nvSpPr>
        <dsp:cNvPr id="0" name=""/>
        <dsp:cNvSpPr/>
      </dsp:nvSpPr>
      <dsp:spPr>
        <a:xfrm>
          <a:off x="647761" y="1404714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Tests unitaires pour fiabilité</a:t>
          </a:r>
          <a:endParaRPr lang="en-US" sz="1900" kern="1200"/>
        </a:p>
      </dsp:txBody>
      <dsp:txXfrm>
        <a:off x="647761" y="1404714"/>
        <a:ext cx="7867588" cy="560832"/>
      </dsp:txXfrm>
    </dsp:sp>
    <dsp:sp modelId="{8D64E8E8-C8B1-4C40-BA08-4F3F462F6A18}">
      <dsp:nvSpPr>
        <dsp:cNvPr id="0" name=""/>
        <dsp:cNvSpPr/>
      </dsp:nvSpPr>
      <dsp:spPr>
        <a:xfrm>
          <a:off x="0" y="2105755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E5785-9E87-48F7-A497-0F0D1498E505}">
      <dsp:nvSpPr>
        <dsp:cNvPr id="0" name=""/>
        <dsp:cNvSpPr/>
      </dsp:nvSpPr>
      <dsp:spPr>
        <a:xfrm>
          <a:off x="169651" y="223194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65916-EB99-4B1B-BA08-91EAE9D6B8A2}">
      <dsp:nvSpPr>
        <dsp:cNvPr id="0" name=""/>
        <dsp:cNvSpPr/>
      </dsp:nvSpPr>
      <dsp:spPr>
        <a:xfrm>
          <a:off x="647761" y="2105755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Déploiement centralisé et versionné</a:t>
          </a:r>
          <a:endParaRPr lang="en-US" sz="1900" kern="1200"/>
        </a:p>
      </dsp:txBody>
      <dsp:txXfrm>
        <a:off x="647761" y="2105755"/>
        <a:ext cx="7867588" cy="560832"/>
      </dsp:txXfrm>
    </dsp:sp>
    <dsp:sp modelId="{F44FB9D5-42F9-4D8B-B303-9A20FD20DF81}">
      <dsp:nvSpPr>
        <dsp:cNvPr id="0" name=""/>
        <dsp:cNvSpPr/>
      </dsp:nvSpPr>
      <dsp:spPr>
        <a:xfrm>
          <a:off x="0" y="2806796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1A852-58FA-4E87-B871-B31733FA0067}">
      <dsp:nvSpPr>
        <dsp:cNvPr id="0" name=""/>
        <dsp:cNvSpPr/>
      </dsp:nvSpPr>
      <dsp:spPr>
        <a:xfrm>
          <a:off x="169651" y="2932983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3743F-DFE0-47B6-9C5E-3CD10E918BA7}">
      <dsp:nvSpPr>
        <dsp:cNvPr id="0" name=""/>
        <dsp:cNvSpPr/>
      </dsp:nvSpPr>
      <dsp:spPr>
        <a:xfrm>
          <a:off x="647761" y="2806796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- Réduction du code dupliqué et maintenance simplifiée</a:t>
          </a:r>
          <a:endParaRPr lang="en-US" sz="1900" kern="1200"/>
        </a:p>
      </dsp:txBody>
      <dsp:txXfrm>
        <a:off x="647761" y="2806796"/>
        <a:ext cx="7867588" cy="5608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4060C-A51B-4CCA-A343-F0C1A240828B}">
      <dsp:nvSpPr>
        <dsp:cNvPr id="0" name=""/>
        <dsp:cNvSpPr/>
      </dsp:nvSpPr>
      <dsp:spPr>
        <a:xfrm>
          <a:off x="0" y="463254"/>
          <a:ext cx="8515349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- Administration = sécurité + gestion des utilisateurs + monitoring</a:t>
          </a:r>
          <a:endParaRPr lang="en-US" sz="2000" kern="1200"/>
        </a:p>
      </dsp:txBody>
      <dsp:txXfrm>
        <a:off x="24559" y="487813"/>
        <a:ext cx="8466231" cy="453982"/>
      </dsp:txXfrm>
    </dsp:sp>
    <dsp:sp modelId="{B60CB64F-3BAA-4F7C-89D4-C09A8D291045}">
      <dsp:nvSpPr>
        <dsp:cNvPr id="0" name=""/>
        <dsp:cNvSpPr/>
      </dsp:nvSpPr>
      <dsp:spPr>
        <a:xfrm>
          <a:off x="0" y="1023954"/>
          <a:ext cx="8515349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- Activation sécurité et rôles pour contrôle des accès</a:t>
          </a:r>
          <a:endParaRPr lang="en-US" sz="2000" kern="1200"/>
        </a:p>
      </dsp:txBody>
      <dsp:txXfrm>
        <a:off x="24559" y="1048513"/>
        <a:ext cx="8466231" cy="453982"/>
      </dsp:txXfrm>
    </dsp:sp>
    <dsp:sp modelId="{DCEBC307-A88C-4B66-8C5F-4E47023A5D96}">
      <dsp:nvSpPr>
        <dsp:cNvPr id="0" name=""/>
        <dsp:cNvSpPr/>
      </dsp:nvSpPr>
      <dsp:spPr>
        <a:xfrm>
          <a:off x="0" y="1584654"/>
          <a:ext cx="8515349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- Journaux pour audit et suivi</a:t>
          </a:r>
          <a:endParaRPr lang="en-US" sz="2000" kern="1200"/>
        </a:p>
      </dsp:txBody>
      <dsp:txXfrm>
        <a:off x="24559" y="1609213"/>
        <a:ext cx="8466231" cy="453982"/>
      </dsp:txXfrm>
    </dsp:sp>
    <dsp:sp modelId="{837F4890-50CF-433E-B36C-EFCCD687705B}">
      <dsp:nvSpPr>
        <dsp:cNvPr id="0" name=""/>
        <dsp:cNvSpPr/>
      </dsp:nvSpPr>
      <dsp:spPr>
        <a:xfrm>
          <a:off x="0" y="2145354"/>
          <a:ext cx="8515349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- Gestion disque et ressources pour performance</a:t>
          </a:r>
          <a:endParaRPr lang="en-US" sz="2000" kern="1200"/>
        </a:p>
      </dsp:txBody>
      <dsp:txXfrm>
        <a:off x="24559" y="2169913"/>
        <a:ext cx="8466231" cy="453982"/>
      </dsp:txXfrm>
    </dsp:sp>
    <dsp:sp modelId="{5DCC4FE6-619C-42E7-AD02-4D5EC4DBBD97}">
      <dsp:nvSpPr>
        <dsp:cNvPr id="0" name=""/>
        <dsp:cNvSpPr/>
      </dsp:nvSpPr>
      <dsp:spPr>
        <a:xfrm>
          <a:off x="0" y="2706054"/>
          <a:ext cx="8515349" cy="5031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/>
            <a:t>- Sauvegarde pour fiabilité et reprise d’activité</a:t>
          </a:r>
          <a:endParaRPr lang="en-US" sz="2000" kern="1200"/>
        </a:p>
      </dsp:txBody>
      <dsp:txXfrm>
        <a:off x="24559" y="2730613"/>
        <a:ext cx="8466231" cy="4539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46B1AA-7D13-4C3B-B0E1-08B80CFB2EC0}">
      <dsp:nvSpPr>
        <dsp:cNvPr id="0" name=""/>
        <dsp:cNvSpPr/>
      </dsp:nvSpPr>
      <dsp:spPr>
        <a:xfrm>
          <a:off x="0" y="174885"/>
          <a:ext cx="8515350" cy="5534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baseline="0"/>
            <a:t>- Agents = exécution des jobs hors du Master pour scalabilité</a:t>
          </a:r>
          <a:endParaRPr lang="en-US" sz="2200" kern="1200"/>
        </a:p>
      </dsp:txBody>
      <dsp:txXfrm>
        <a:off x="27015" y="201900"/>
        <a:ext cx="8461320" cy="499380"/>
      </dsp:txXfrm>
    </dsp:sp>
    <dsp:sp modelId="{1B5FEA0D-75D3-40A5-A310-8704A8E513C6}">
      <dsp:nvSpPr>
        <dsp:cNvPr id="0" name=""/>
        <dsp:cNvSpPr/>
      </dsp:nvSpPr>
      <dsp:spPr>
        <a:xfrm>
          <a:off x="0" y="791655"/>
          <a:ext cx="8515350" cy="5534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baseline="0"/>
            <a:t>- Labels pour répartition et ciblage des builds</a:t>
          </a:r>
          <a:endParaRPr lang="en-US" sz="2200" kern="1200"/>
        </a:p>
      </dsp:txBody>
      <dsp:txXfrm>
        <a:off x="27015" y="818670"/>
        <a:ext cx="8461320" cy="499380"/>
      </dsp:txXfrm>
    </dsp:sp>
    <dsp:sp modelId="{9D0AB5D2-929C-4725-A2CD-226A55135110}">
      <dsp:nvSpPr>
        <dsp:cNvPr id="0" name=""/>
        <dsp:cNvSpPr/>
      </dsp:nvSpPr>
      <dsp:spPr>
        <a:xfrm>
          <a:off x="0" y="1408426"/>
          <a:ext cx="8515350" cy="5534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baseline="0"/>
            <a:t>- SSH et clés pour sécurité</a:t>
          </a:r>
          <a:endParaRPr lang="en-US" sz="2200" kern="1200"/>
        </a:p>
      </dsp:txBody>
      <dsp:txXfrm>
        <a:off x="27015" y="1435441"/>
        <a:ext cx="8461320" cy="499380"/>
      </dsp:txXfrm>
    </dsp:sp>
    <dsp:sp modelId="{60469415-8660-4249-AC61-5B456172BC4F}">
      <dsp:nvSpPr>
        <dsp:cNvPr id="0" name=""/>
        <dsp:cNvSpPr/>
      </dsp:nvSpPr>
      <dsp:spPr>
        <a:xfrm>
          <a:off x="0" y="2025196"/>
          <a:ext cx="8515350" cy="5534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baseline="0"/>
            <a:t>- Dimensionnement selon charge et type de job</a:t>
          </a:r>
          <a:endParaRPr lang="en-US" sz="2200" kern="1200"/>
        </a:p>
      </dsp:txBody>
      <dsp:txXfrm>
        <a:off x="27015" y="2052211"/>
        <a:ext cx="8461320" cy="499380"/>
      </dsp:txXfrm>
    </dsp:sp>
    <dsp:sp modelId="{1C505294-3877-4776-9799-45D693A8E608}">
      <dsp:nvSpPr>
        <dsp:cNvPr id="0" name=""/>
        <dsp:cNvSpPr/>
      </dsp:nvSpPr>
      <dsp:spPr>
        <a:xfrm>
          <a:off x="0" y="2641966"/>
          <a:ext cx="8515350" cy="5534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baseline="0"/>
            <a:t>- Monitoring et maintenance pour performance optimale</a:t>
          </a:r>
          <a:endParaRPr lang="en-US" sz="2200" kern="1200"/>
        </a:p>
      </dsp:txBody>
      <dsp:txXfrm>
        <a:off x="27015" y="2668981"/>
        <a:ext cx="8461320" cy="49938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FEA65-89DB-44D3-A748-F8C3DE600B03}">
      <dsp:nvSpPr>
        <dsp:cNvPr id="0" name=""/>
        <dsp:cNvSpPr/>
      </dsp:nvSpPr>
      <dsp:spPr>
        <a:xfrm>
          <a:off x="0" y="263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CB6E98-86B3-4633-BCC1-B8CDF773EF9C}">
      <dsp:nvSpPr>
        <dsp:cNvPr id="0" name=""/>
        <dsp:cNvSpPr/>
      </dsp:nvSpPr>
      <dsp:spPr>
        <a:xfrm>
          <a:off x="169651" y="128820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23834-4F31-444B-B691-C59172780E67}">
      <dsp:nvSpPr>
        <dsp:cNvPr id="0" name=""/>
        <dsp:cNvSpPr/>
      </dsp:nvSpPr>
      <dsp:spPr>
        <a:xfrm>
          <a:off x="647761" y="263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baseline="0"/>
            <a:t>- Jenkins → sauvegarde = sécurité et continuité</a:t>
          </a:r>
          <a:endParaRPr lang="en-US" sz="1900" kern="1200"/>
        </a:p>
      </dsp:txBody>
      <dsp:txXfrm>
        <a:off x="647761" y="2633"/>
        <a:ext cx="7867588" cy="560832"/>
      </dsp:txXfrm>
    </dsp:sp>
    <dsp:sp modelId="{AF1E940C-464B-4BA6-8E7F-8FD64A898EC9}">
      <dsp:nvSpPr>
        <dsp:cNvPr id="0" name=""/>
        <dsp:cNvSpPr/>
      </dsp:nvSpPr>
      <dsp:spPr>
        <a:xfrm>
          <a:off x="0" y="703673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BA86C-0108-4EEE-8176-D4621A9FE1C5}">
      <dsp:nvSpPr>
        <dsp:cNvPr id="0" name=""/>
        <dsp:cNvSpPr/>
      </dsp:nvSpPr>
      <dsp:spPr>
        <a:xfrm>
          <a:off x="169651" y="829861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843EB-189B-4EBF-A747-A8177E54E978}">
      <dsp:nvSpPr>
        <dsp:cNvPr id="0" name=""/>
        <dsp:cNvSpPr/>
      </dsp:nvSpPr>
      <dsp:spPr>
        <a:xfrm>
          <a:off x="647761" y="703673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baseline="0"/>
            <a:t>- `$JENKINS_HOME` contient tout le nécessaire</a:t>
          </a:r>
          <a:endParaRPr lang="en-US" sz="1900" kern="1200"/>
        </a:p>
      </dsp:txBody>
      <dsp:txXfrm>
        <a:off x="647761" y="703673"/>
        <a:ext cx="7867588" cy="560832"/>
      </dsp:txXfrm>
    </dsp:sp>
    <dsp:sp modelId="{F47A232A-570F-4246-AE25-7FD6E44897D4}">
      <dsp:nvSpPr>
        <dsp:cNvPr id="0" name=""/>
        <dsp:cNvSpPr/>
      </dsp:nvSpPr>
      <dsp:spPr>
        <a:xfrm>
          <a:off x="0" y="1404714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358B9B-9BDB-4B1E-9261-189F05BAADF5}">
      <dsp:nvSpPr>
        <dsp:cNvPr id="0" name=""/>
        <dsp:cNvSpPr/>
      </dsp:nvSpPr>
      <dsp:spPr>
        <a:xfrm>
          <a:off x="169651" y="153090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93E6E-BA4D-4D50-840F-B541FB600DA2}">
      <dsp:nvSpPr>
        <dsp:cNvPr id="0" name=""/>
        <dsp:cNvSpPr/>
      </dsp:nvSpPr>
      <dsp:spPr>
        <a:xfrm>
          <a:off x="647761" y="1404714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baseline="0"/>
            <a:t>- Stratégies : manuelle, plugin ThinBackup, script automatisé</a:t>
          </a:r>
          <a:endParaRPr lang="en-US" sz="1900" kern="1200"/>
        </a:p>
      </dsp:txBody>
      <dsp:txXfrm>
        <a:off x="647761" y="1404714"/>
        <a:ext cx="7867588" cy="560832"/>
      </dsp:txXfrm>
    </dsp:sp>
    <dsp:sp modelId="{38FEAD38-97A3-4A8E-894F-03199B673CFE}">
      <dsp:nvSpPr>
        <dsp:cNvPr id="0" name=""/>
        <dsp:cNvSpPr/>
      </dsp:nvSpPr>
      <dsp:spPr>
        <a:xfrm>
          <a:off x="0" y="2105755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223DF-7961-44DD-8D0B-71DC8A501807}">
      <dsp:nvSpPr>
        <dsp:cNvPr id="0" name=""/>
        <dsp:cNvSpPr/>
      </dsp:nvSpPr>
      <dsp:spPr>
        <a:xfrm>
          <a:off x="169651" y="2231942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58992-756F-4444-9CE2-0286C318C683}">
      <dsp:nvSpPr>
        <dsp:cNvPr id="0" name=""/>
        <dsp:cNvSpPr/>
      </dsp:nvSpPr>
      <dsp:spPr>
        <a:xfrm>
          <a:off x="647761" y="2105755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baseline="0"/>
            <a:t>- PRA = procédure claire + tests réguliers</a:t>
          </a:r>
          <a:endParaRPr lang="en-US" sz="1900" kern="1200"/>
        </a:p>
      </dsp:txBody>
      <dsp:txXfrm>
        <a:off x="647761" y="2105755"/>
        <a:ext cx="7867588" cy="560832"/>
      </dsp:txXfrm>
    </dsp:sp>
    <dsp:sp modelId="{9E3573FB-522D-4668-B55A-D1A4F51CAC76}">
      <dsp:nvSpPr>
        <dsp:cNvPr id="0" name=""/>
        <dsp:cNvSpPr/>
      </dsp:nvSpPr>
      <dsp:spPr>
        <a:xfrm>
          <a:off x="0" y="2806796"/>
          <a:ext cx="8515350" cy="56083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EA1DC-423E-4A5E-8C12-1F33665E479D}">
      <dsp:nvSpPr>
        <dsp:cNvPr id="0" name=""/>
        <dsp:cNvSpPr/>
      </dsp:nvSpPr>
      <dsp:spPr>
        <a:xfrm>
          <a:off x="169651" y="2932983"/>
          <a:ext cx="308457" cy="3084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3FD95-A726-413F-A165-B97651FC3E75}">
      <dsp:nvSpPr>
        <dsp:cNvPr id="0" name=""/>
        <dsp:cNvSpPr/>
      </dsp:nvSpPr>
      <dsp:spPr>
        <a:xfrm>
          <a:off x="647761" y="2806796"/>
          <a:ext cx="7867588" cy="560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355" tIns="59355" rIns="59355" bIns="5935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baseline="0"/>
            <a:t>- Bonnes pratiques : rotation, tests, chiffrement, documentation</a:t>
          </a:r>
          <a:endParaRPr lang="en-US" sz="1900" kern="1200"/>
        </a:p>
      </dsp:txBody>
      <dsp:txXfrm>
        <a:off x="647761" y="2806796"/>
        <a:ext cx="7867588" cy="560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17/09/2026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Modifiez le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 baseline="0"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fr-FR" noProof="0" dirty="0"/>
              <a:t>Cliquez pour saisir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5194569" cy="2854155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fr-FR" noProof="0" dirty="0"/>
              <a:t>Modifiez le texte du masque</a:t>
            </a:r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65041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3263060"/>
            <a:ext cx="5193779" cy="654051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 dirty="0"/>
              <a:t>Cliquez pour indiquer le nom du présentateur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9D80DA9B-5B8C-59FD-CF9F-13A47BE65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12131" y="4400807"/>
            <a:ext cx="335376" cy="33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-of-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98DB4-2268-274F-BD9C-8935AF268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915567"/>
            <a:ext cx="8515349" cy="3672408"/>
          </a:xfrm>
        </p:spPr>
        <p:txBody>
          <a:bodyPr/>
          <a:lstStyle>
            <a:lvl1pPr>
              <a:spcBef>
                <a:spcPts val="0"/>
              </a:spcBef>
              <a:defRPr sz="3000" baseline="0">
                <a:solidFill>
                  <a:schemeClr val="tx1"/>
                </a:solidFill>
              </a:defRPr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noProof="0" dirty="0"/>
              <a:t>Cliquez pour modifiez le texte</a:t>
            </a:r>
          </a:p>
          <a:p>
            <a:pPr lvl="1"/>
            <a:r>
              <a:rPr lang="fr-FR" noProof="0" dirty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FD4D3E-B8A0-E913-CB17-3B741EDE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8" y="276382"/>
            <a:ext cx="5338352" cy="4283074"/>
          </a:xfrm>
        </p:spPr>
        <p:txBody>
          <a:bodyPr/>
          <a:lstStyle>
            <a:lvl1pPr>
              <a:defRPr sz="5500">
                <a:solidFill>
                  <a:schemeClr val="bg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34CD54C1-27F0-7A6E-53CF-9E7AD966D0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5963" y="276225"/>
            <a:ext cx="3024187" cy="4283074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and-pictur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3968055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359DFB-F8A4-357F-FDCB-AC061C613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1436" y="0"/>
            <a:ext cx="4572000" cy="51435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89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and-pictur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514227" y="267494"/>
            <a:ext cx="5313859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514228" y="1203598"/>
            <a:ext cx="5313858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359DFB-F8A4-357F-FDCB-AC061C613A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31840" cy="51435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1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and-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07273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4" name="Espace réservé du graphique 3" descr="Illustrative graph">
            <a:extLst>
              <a:ext uri="{FF2B5EF4-FFF2-40B4-BE49-F238E27FC236}">
                <a16:creationId xmlns:a16="http://schemas.microsoft.com/office/drawing/2014/main" id="{224BDC51-D6E7-FA4D-BA69-12400CD5E11A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564062" y="1181100"/>
            <a:ext cx="4256410" cy="33702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77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FD4D3E-B8A0-E913-CB17-3B741EDE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68" y="276382"/>
            <a:ext cx="4042208" cy="2151352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78F16-A66C-6A41-4EC3-D09EDF922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69500"/>
            <a:ext cx="2286000" cy="257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75 Bold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D148CD-B8B6-E9C5-FA6C-FC402C62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8758" y="2569500"/>
            <a:ext cx="2303241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75 Bold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9CDCC-8705-5AA6-98C3-A82395039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9240" y="2569500"/>
            <a:ext cx="2268760" cy="2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75 Bold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89FB8-064B-E6F6-83F1-3FEF1F5D8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00" y="2569500"/>
            <a:ext cx="2286000" cy="2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75 Bold"/>
              <a:ea typeface="+mn-ea"/>
              <a:cs typeface="+mn-cs"/>
            </a:endParaRP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253949B-ECD2-17E9-320F-240843860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0"/>
            <a:ext cx="4572000" cy="2570163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4CACB87-9434-4C44-25D0-8EBDC2D659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892" y="2715766"/>
            <a:ext cx="1944215" cy="22322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CB484C3-4275-FED6-F803-8E6FB9856E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4272" y="2740707"/>
            <a:ext cx="1944215" cy="2232248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8E1A2CEB-F2C4-8B1F-200F-D0811ECEB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20272" y="2727961"/>
            <a:ext cx="1944215" cy="2232248"/>
          </a:xfrm>
        </p:spPr>
        <p:txBody>
          <a:bodyPr/>
          <a:lstStyle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18" name="Espace réservé pour une image  17">
            <a:extLst>
              <a:ext uri="{FF2B5EF4-FFF2-40B4-BE49-F238E27FC236}">
                <a16:creationId xmlns:a16="http://schemas.microsoft.com/office/drawing/2014/main" id="{FF0B7079-20A2-77AD-8339-D997CFB45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09328" y="2711930"/>
            <a:ext cx="2017640" cy="2261026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74DD10F-4B3B-778C-8C8E-DC1D752675A7}"/>
              </a:ext>
            </a:extLst>
          </p:cNvPr>
          <p:cNvSpPr txBox="1"/>
          <p:nvPr userDrawn="1"/>
        </p:nvSpPr>
        <p:spPr>
          <a:xfrm>
            <a:off x="619545" y="4749146"/>
            <a:ext cx="8351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Restreint Orange</a:t>
            </a:r>
          </a:p>
        </p:txBody>
      </p:sp>
    </p:spTree>
    <p:extLst>
      <p:ext uri="{BB962C8B-B14F-4D97-AF65-F5344CB8AC3E}">
        <p14:creationId xmlns:p14="http://schemas.microsoft.com/office/powerpoint/2010/main" val="1927886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/>
              <a:t>Modifiez le texte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pour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screen-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fr-FR" noProof="0" dirty="0"/>
              <a:t>Cliquez pour modifiez le titre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 dirty="0"/>
              <a:t>Cliquez sur l’icone pour ajouter une photo</a:t>
            </a:r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2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 err="1"/>
              <a:t>Cliquez</a:t>
            </a:r>
            <a:r>
              <a:rPr lang="en-US" noProof="0" dirty="0"/>
              <a:t> </a:t>
            </a:r>
            <a:r>
              <a:rPr lang="en-US" noProof="0" dirty="0" err="1"/>
              <a:t>ici</a:t>
            </a:r>
            <a:r>
              <a:rPr lang="en-US" noProof="0" dirty="0"/>
              <a:t> pour </a:t>
            </a:r>
            <a:r>
              <a:rPr lang="en-US" noProof="0" dirty="0" err="1"/>
              <a:t>saisir</a:t>
            </a:r>
            <a:r>
              <a:rPr lang="en-US" noProof="0" dirty="0"/>
              <a:t> le </a:t>
            </a:r>
            <a:r>
              <a:rPr lang="en-US" noProof="0" dirty="0" err="1"/>
              <a:t>texte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noProof="0"/>
              <a:t>Modifier le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  <a:p>
            <a:pPr lvl="5"/>
            <a:r>
              <a:rPr lang="fr-FR" noProof="0" dirty="0"/>
              <a:t>Sixième niveau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7" r:id="rId5"/>
    <p:sldLayoutId id="2147483670" r:id="rId6"/>
    <p:sldLayoutId id="2147483668" r:id="rId7"/>
    <p:sldLayoutId id="2147483669" r:id="rId8"/>
    <p:sldLayoutId id="2147483661" r:id="rId9"/>
    <p:sldLayoutId id="2147483662" r:id="rId10"/>
    <p:sldLayoutId id="2147483663" r:id="rId11"/>
    <p:sldLayoutId id="2147483666" r:id="rId12"/>
    <p:sldLayoutId id="214748367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tx1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 baseline="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1?ref_type=heads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2?ref_type=heads" TargetMode="Externa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3?ref_type=heads" TargetMode="Externa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4?ref_type=heads" TargetMode="Externa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5?ref_type=heads" TargetMode="Externa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6?ref_type=heads" TargetMode="Externa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7?ref_type=heads" TargetMode="Externa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8?ref_type=heads" TargetMode="Externa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bettaiebmedaly/jenkins-training/-/tree/main/TP-Mod09?ref_type=heads" TargetMode="Externa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5736" y="1781266"/>
            <a:ext cx="5194569" cy="2854155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fr-FR" dirty="0">
                <a:solidFill>
                  <a:srgbClr val="FF7900"/>
                </a:solidFill>
              </a:rPr>
              <a:t>Formation Jenkins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6115050" y="3363838"/>
            <a:ext cx="3028950" cy="365041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fr-FR" dirty="0">
                <a:solidFill>
                  <a:srgbClr val="FF7900"/>
                </a:solidFill>
              </a:rPr>
              <a:t>septembre 2026</a:t>
            </a:r>
          </a:p>
          <a:p>
            <a:r>
              <a:rPr lang="fr-FR" dirty="0">
                <a:solidFill>
                  <a:srgbClr val="000000"/>
                </a:solidFill>
              </a:rPr>
              <a:t>Formation intensive </a:t>
            </a:r>
            <a:r>
              <a:rPr lang="fr-FR">
                <a:solidFill>
                  <a:srgbClr val="000000"/>
                </a:solidFill>
              </a:rPr>
              <a:t>de 2 </a:t>
            </a:r>
            <a:r>
              <a:rPr lang="fr-FR" dirty="0">
                <a:solidFill>
                  <a:srgbClr val="000000"/>
                </a:solidFill>
              </a:rPr>
              <a:t>jours pour maîtriser Jenkins, ses pipelines et l’automatisation CI/CD.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51520" y="4731990"/>
            <a:ext cx="5193779" cy="654051"/>
          </a:xfrm>
        </p:spPr>
        <p:txBody>
          <a:bodyPr/>
          <a:lstStyle/>
          <a:p>
            <a:r>
              <a:rPr lang="fr-FR" dirty="0"/>
              <a:t>BETTAIEB Mohamed Ali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 dirty="0">
                <a:solidFill>
                  <a:srgbClr val="FF7900"/>
                </a:solidFill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fr-FR" sz="2800" dirty="0">
                <a:latin typeface="Montserrat" pitchFamily="2" charset="0"/>
              </a:rPr>
              <a:t>1. Pipelines : mise en place</a:t>
            </a:r>
          </a:p>
          <a:p>
            <a:r>
              <a:rPr lang="fr-FR" sz="2800" dirty="0">
                <a:latin typeface="Montserrat" pitchFamily="2" charset="0"/>
              </a:rPr>
              <a:t>2. Pipelines : configuration avancée</a:t>
            </a:r>
          </a:p>
          <a:p>
            <a:r>
              <a:rPr lang="fr-FR" sz="2800" dirty="0">
                <a:latin typeface="Montserrat" pitchFamily="2" charset="0"/>
              </a:rPr>
              <a:t>3. Automatisation des tests</a:t>
            </a:r>
          </a:p>
          <a:p>
            <a:r>
              <a:rPr lang="fr-FR" sz="2800" dirty="0">
                <a:latin typeface="Montserrat" pitchFamily="2" charset="0"/>
              </a:rPr>
              <a:t>4. Automatisation du déploiement</a:t>
            </a:r>
          </a:p>
          <a:p>
            <a:r>
              <a:rPr lang="fr-FR" sz="2800" dirty="0">
                <a:latin typeface="Montserrat" pitchFamily="2" charset="0"/>
              </a:rPr>
              <a:t>5. Gestion de branches avec </a:t>
            </a:r>
            <a:r>
              <a:rPr lang="fr-FR" sz="2800" dirty="0" err="1">
                <a:latin typeface="Montserrat" pitchFamily="2" charset="0"/>
              </a:rPr>
              <a:t>GitLab</a:t>
            </a:r>
            <a:endParaRPr lang="fr-FR" sz="2800" dirty="0">
              <a:latin typeface="Montserrat" pitchFamily="2" charset="0"/>
            </a:endParaRPr>
          </a:p>
          <a:p>
            <a:r>
              <a:rPr lang="fr-FR" sz="2800" dirty="0">
                <a:latin typeface="Montserrat" pitchFamily="2" charset="0"/>
              </a:rPr>
              <a:t>6. Mutualisation des pipelines</a:t>
            </a:r>
          </a:p>
          <a:p>
            <a:r>
              <a:rPr lang="fr-FR" sz="2800" dirty="0">
                <a:latin typeface="Montserrat" pitchFamily="2" charset="0"/>
              </a:rPr>
              <a:t>7. Administration Jenkins</a:t>
            </a:r>
          </a:p>
          <a:p>
            <a:r>
              <a:rPr lang="fr-FR" sz="2800" dirty="0">
                <a:latin typeface="Montserrat" pitchFamily="2" charset="0"/>
              </a:rPr>
              <a:t>8. Agents Jenkins</a:t>
            </a:r>
          </a:p>
          <a:p>
            <a:r>
              <a:rPr lang="fr-FR" sz="2800" dirty="0">
                <a:latin typeface="Montserrat" pitchFamily="2" charset="0"/>
              </a:rPr>
              <a:t>9. Stratégie de sauvegarde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5F611-3092-6CCB-1B2C-C0925F169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648" y="1635646"/>
            <a:ext cx="7920880" cy="2854155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Module1: 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Pipelines : mise en place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1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CA8FB-7993-84DA-FC93-5B240B825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 fontScale="90000"/>
          </a:bodyPr>
          <a:lstStyle/>
          <a:p>
            <a:r>
              <a:rPr lang="en-ZA" sz="2600" dirty="0"/>
              <a:t>Introduction aux pipelines </a:t>
            </a:r>
            <a:r>
              <a:rPr lang="en-ZA" sz="2600" dirty="0" err="1"/>
              <a:t>Pourquoi</a:t>
            </a:r>
            <a:r>
              <a:rPr lang="en-ZA" sz="2600" dirty="0"/>
              <a:t> les pipelines Jenkins ?</a:t>
            </a:r>
          </a:p>
        </p:txBody>
      </p:sp>
      <p:graphicFrame>
        <p:nvGraphicFramePr>
          <p:cNvPr id="7" name="Espace réservé du contenu 2">
            <a:extLst>
              <a:ext uri="{FF2B5EF4-FFF2-40B4-BE49-F238E27FC236}">
                <a16:creationId xmlns:a16="http://schemas.microsoft.com/office/drawing/2014/main" id="{F2F056CC-BDF6-E857-0739-E7FD45156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746472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09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425CA-5846-C2D7-CE8F-AC3AAD90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 err="1"/>
              <a:t>Présentation</a:t>
            </a:r>
            <a:r>
              <a:rPr lang="en-ZA" dirty="0"/>
              <a:t> de </a:t>
            </a:r>
            <a:r>
              <a:rPr lang="en-ZA" dirty="0" err="1"/>
              <a:t>l’approche</a:t>
            </a:r>
            <a:endParaRPr lang="en-ZA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A8DC7B1-1DF0-768E-1E99-74388407A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240993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793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05474" y="947348"/>
            <a:ext cx="1086140" cy="271535"/>
          </a:xfrm>
          <a:custGeom>
            <a:avLst/>
            <a:gdLst/>
            <a:ahLst/>
            <a:cxnLst/>
            <a:rect l="0" t="0" r="0" b="0"/>
            <a:pathLst>
              <a:path w="1448186" h="362046">
                <a:moveTo>
                  <a:pt x="1448186" y="316790"/>
                </a:moveTo>
                <a:cubicBezTo>
                  <a:pt x="1448186" y="341787"/>
                  <a:pt x="1427927" y="362046"/>
                  <a:pt x="1402930" y="362046"/>
                </a:cubicBezTo>
                <a:lnTo>
                  <a:pt x="45255" y="362046"/>
                </a:lnTo>
                <a:cubicBezTo>
                  <a:pt x="20259" y="362046"/>
                  <a:pt x="0" y="341787"/>
                  <a:pt x="0" y="316790"/>
                </a:cubicBezTo>
                <a:lnTo>
                  <a:pt x="0" y="45255"/>
                </a:lnTo>
                <a:cubicBezTo>
                  <a:pt x="0" y="20259"/>
                  <a:pt x="20259" y="0"/>
                  <a:pt x="45255" y="0"/>
                </a:cubicBezTo>
                <a:lnTo>
                  <a:pt x="1402930" y="0"/>
                </a:lnTo>
                <a:cubicBezTo>
                  <a:pt x="1427927" y="0"/>
                  <a:pt x="1448186" y="20259"/>
                  <a:pt x="1448186" y="45255"/>
                </a:cubicBezTo>
                <a:lnTo>
                  <a:pt x="1448186" y="316790"/>
                </a:lnTo>
              </a:path>
            </a:pathLst>
          </a:custGeom>
          <a:solidFill>
            <a:srgbClr val="E7E1FF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ounded Rectangle 2"/>
          <p:cNvSpPr/>
          <p:nvPr/>
        </p:nvSpPr>
        <p:spPr>
          <a:xfrm>
            <a:off x="2905474" y="947348"/>
            <a:ext cx="1086140" cy="271535"/>
          </a:xfrm>
          <a:custGeom>
            <a:avLst/>
            <a:gdLst/>
            <a:ahLst/>
            <a:cxnLst/>
            <a:rect l="0" t="0" r="0" b="0"/>
            <a:pathLst>
              <a:path w="1448186" h="362046"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45255" y="0"/>
                </a:moveTo>
                <a:lnTo>
                  <a:pt x="1402930" y="0"/>
                </a:lnTo>
                <a:moveTo>
                  <a:pt x="1402930" y="0"/>
                </a:moveTo>
                <a:cubicBezTo>
                  <a:pt x="1427925" y="0"/>
                  <a:pt x="1448186" y="20261"/>
                  <a:pt x="1448186" y="45255"/>
                </a:cubicBezTo>
                <a:moveTo>
                  <a:pt x="1448186" y="316790"/>
                </a:moveTo>
                <a:lnTo>
                  <a:pt x="1448186" y="45255"/>
                </a:lnTo>
                <a:moveTo>
                  <a:pt x="0" y="316790"/>
                </a:moveTo>
                <a:lnTo>
                  <a:pt x="0" y="45255"/>
                </a:lnTo>
                <a:moveTo>
                  <a:pt x="0" y="316790"/>
                </a:moveTo>
                <a:cubicBezTo>
                  <a:pt x="0" y="341784"/>
                  <a:pt x="20261" y="362046"/>
                  <a:pt x="45255" y="362046"/>
                </a:cubicBezTo>
                <a:moveTo>
                  <a:pt x="1402930" y="362046"/>
                </a:moveTo>
                <a:lnTo>
                  <a:pt x="45255" y="362046"/>
                </a:lnTo>
                <a:moveTo>
                  <a:pt x="1402930" y="362046"/>
                </a:moveTo>
                <a:cubicBezTo>
                  <a:pt x="1427925" y="362046"/>
                  <a:pt x="1448186" y="341784"/>
                  <a:pt x="1448186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4" name="Rounded Rectangle 3"/>
          <p:cNvSpPr/>
          <p:nvPr/>
        </p:nvSpPr>
        <p:spPr>
          <a:xfrm>
            <a:off x="4806219" y="1388592"/>
            <a:ext cx="1086140" cy="271535"/>
          </a:xfrm>
          <a:custGeom>
            <a:avLst/>
            <a:gdLst/>
            <a:ahLst/>
            <a:cxnLst/>
            <a:rect l="0" t="0" r="0" b="0"/>
            <a:pathLst>
              <a:path w="1448186" h="362046">
                <a:moveTo>
                  <a:pt x="0" y="316790"/>
                </a:moveTo>
                <a:cubicBezTo>
                  <a:pt x="0" y="341787"/>
                  <a:pt x="20259" y="362046"/>
                  <a:pt x="45255" y="362046"/>
                </a:cubicBezTo>
                <a:lnTo>
                  <a:pt x="1402930" y="362046"/>
                </a:lnTo>
                <a:cubicBezTo>
                  <a:pt x="1427927" y="362046"/>
                  <a:pt x="1448186" y="341787"/>
                  <a:pt x="1448186" y="316790"/>
                </a:cubicBezTo>
                <a:lnTo>
                  <a:pt x="1448186" y="45255"/>
                </a:lnTo>
                <a:cubicBezTo>
                  <a:pt x="1448186" y="20259"/>
                  <a:pt x="1427927" y="0"/>
                  <a:pt x="1402930" y="0"/>
                </a:cubicBezTo>
                <a:lnTo>
                  <a:pt x="45255" y="0"/>
                </a:lnTo>
                <a:cubicBezTo>
                  <a:pt x="20259" y="0"/>
                  <a:pt x="0" y="20259"/>
                  <a:pt x="0" y="45255"/>
                </a:cubicBezTo>
                <a:lnTo>
                  <a:pt x="0" y="316790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ounded Rectangle 4"/>
          <p:cNvSpPr/>
          <p:nvPr/>
        </p:nvSpPr>
        <p:spPr>
          <a:xfrm>
            <a:off x="4806219" y="1388592"/>
            <a:ext cx="1086140" cy="271535"/>
          </a:xfrm>
          <a:custGeom>
            <a:avLst/>
            <a:gdLst/>
            <a:ahLst/>
            <a:cxnLst/>
            <a:rect l="0" t="0" r="0" b="0"/>
            <a:pathLst>
              <a:path w="1448186" h="362046">
                <a:moveTo>
                  <a:pt x="1402930" y="0"/>
                </a:moveTo>
                <a:cubicBezTo>
                  <a:pt x="1427925" y="0"/>
                  <a:pt x="1448186" y="20261"/>
                  <a:pt x="1448186" y="45255"/>
                </a:cubicBezTo>
                <a:moveTo>
                  <a:pt x="1402930" y="0"/>
                </a:moveTo>
                <a:lnTo>
                  <a:pt x="45255" y="0"/>
                </a:lnTo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0" y="316790"/>
                </a:moveTo>
                <a:lnTo>
                  <a:pt x="0" y="45255"/>
                </a:lnTo>
                <a:moveTo>
                  <a:pt x="1448186" y="316790"/>
                </a:moveTo>
                <a:lnTo>
                  <a:pt x="1448186" y="45255"/>
                </a:lnTo>
                <a:moveTo>
                  <a:pt x="1448186" y="316790"/>
                </a:moveTo>
                <a:cubicBezTo>
                  <a:pt x="1448186" y="341784"/>
                  <a:pt x="1427925" y="362046"/>
                  <a:pt x="1402930" y="362046"/>
                </a:cubicBezTo>
                <a:moveTo>
                  <a:pt x="45255" y="362046"/>
                </a:moveTo>
                <a:lnTo>
                  <a:pt x="1402930" y="362046"/>
                </a:lnTo>
                <a:moveTo>
                  <a:pt x="45255" y="362046"/>
                </a:moveTo>
                <a:cubicBezTo>
                  <a:pt x="20261" y="362046"/>
                  <a:pt x="0" y="341784"/>
                  <a:pt x="0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Rounded Rectangle 5"/>
          <p:cNvSpPr/>
          <p:nvPr/>
        </p:nvSpPr>
        <p:spPr>
          <a:xfrm>
            <a:off x="2667881" y="2746267"/>
            <a:ext cx="814605" cy="271535"/>
          </a:xfrm>
          <a:custGeom>
            <a:avLst/>
            <a:gdLst/>
            <a:ahLst/>
            <a:cxnLst/>
            <a:rect l="0" t="0" r="0" b="0"/>
            <a:pathLst>
              <a:path w="1086140" h="362046">
                <a:moveTo>
                  <a:pt x="1086140" y="316790"/>
                </a:moveTo>
                <a:cubicBezTo>
                  <a:pt x="1086140" y="341787"/>
                  <a:pt x="1065880" y="362046"/>
                  <a:pt x="1040884" y="362046"/>
                </a:cubicBezTo>
                <a:lnTo>
                  <a:pt x="45255" y="362046"/>
                </a:lnTo>
                <a:cubicBezTo>
                  <a:pt x="20259" y="362046"/>
                  <a:pt x="0" y="341787"/>
                  <a:pt x="0" y="316790"/>
                </a:cubicBezTo>
                <a:lnTo>
                  <a:pt x="0" y="45255"/>
                </a:lnTo>
                <a:cubicBezTo>
                  <a:pt x="0" y="20259"/>
                  <a:pt x="20259" y="0"/>
                  <a:pt x="45255" y="0"/>
                </a:cubicBezTo>
                <a:lnTo>
                  <a:pt x="1040884" y="0"/>
                </a:lnTo>
                <a:cubicBezTo>
                  <a:pt x="1065880" y="0"/>
                  <a:pt x="1086140" y="20259"/>
                  <a:pt x="1086140" y="45255"/>
                </a:cubicBezTo>
                <a:lnTo>
                  <a:pt x="1086140" y="316790"/>
                </a:lnTo>
              </a:path>
            </a:pathLst>
          </a:custGeom>
          <a:solidFill>
            <a:srgbClr val="F5E0FF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7" name="Rounded Rectangle 6"/>
          <p:cNvSpPr/>
          <p:nvPr/>
        </p:nvSpPr>
        <p:spPr>
          <a:xfrm>
            <a:off x="2667881" y="2746267"/>
            <a:ext cx="814605" cy="271535"/>
          </a:xfrm>
          <a:custGeom>
            <a:avLst/>
            <a:gdLst/>
            <a:ahLst/>
            <a:cxnLst/>
            <a:rect l="0" t="0" r="0" b="0"/>
            <a:pathLst>
              <a:path w="1086140" h="362046"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45255" y="0"/>
                </a:moveTo>
                <a:lnTo>
                  <a:pt x="1040884" y="0"/>
                </a:lnTo>
                <a:moveTo>
                  <a:pt x="1040884" y="0"/>
                </a:moveTo>
                <a:cubicBezTo>
                  <a:pt x="1065878" y="0"/>
                  <a:pt x="1086140" y="20261"/>
                  <a:pt x="1086140" y="45255"/>
                </a:cubicBezTo>
                <a:moveTo>
                  <a:pt x="1086140" y="316790"/>
                </a:moveTo>
                <a:lnTo>
                  <a:pt x="1086140" y="45255"/>
                </a:lnTo>
                <a:moveTo>
                  <a:pt x="0" y="316790"/>
                </a:moveTo>
                <a:lnTo>
                  <a:pt x="0" y="45255"/>
                </a:lnTo>
                <a:moveTo>
                  <a:pt x="0" y="316790"/>
                </a:moveTo>
                <a:cubicBezTo>
                  <a:pt x="0" y="341784"/>
                  <a:pt x="20261" y="362046"/>
                  <a:pt x="45255" y="362046"/>
                </a:cubicBezTo>
                <a:moveTo>
                  <a:pt x="1040884" y="362046"/>
                </a:moveTo>
                <a:lnTo>
                  <a:pt x="45255" y="362046"/>
                </a:lnTo>
                <a:moveTo>
                  <a:pt x="1040884" y="362046"/>
                </a:moveTo>
                <a:cubicBezTo>
                  <a:pt x="1065878" y="362046"/>
                  <a:pt x="1086140" y="341784"/>
                  <a:pt x="1086140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ounded Rectangle 7"/>
          <p:cNvSpPr/>
          <p:nvPr/>
        </p:nvSpPr>
        <p:spPr>
          <a:xfrm>
            <a:off x="3754021" y="3102657"/>
            <a:ext cx="1289791" cy="271535"/>
          </a:xfrm>
          <a:custGeom>
            <a:avLst/>
            <a:gdLst/>
            <a:ahLst/>
            <a:cxnLst/>
            <a:rect l="0" t="0" r="0" b="0"/>
            <a:pathLst>
              <a:path w="1719721" h="362046">
                <a:moveTo>
                  <a:pt x="1719721" y="316790"/>
                </a:moveTo>
                <a:cubicBezTo>
                  <a:pt x="1719721" y="341787"/>
                  <a:pt x="1699462" y="362046"/>
                  <a:pt x="1674465" y="362046"/>
                </a:cubicBezTo>
                <a:lnTo>
                  <a:pt x="45255" y="362046"/>
                </a:lnTo>
                <a:cubicBezTo>
                  <a:pt x="20259" y="362046"/>
                  <a:pt x="0" y="341787"/>
                  <a:pt x="0" y="316790"/>
                </a:cubicBezTo>
                <a:lnTo>
                  <a:pt x="0" y="45255"/>
                </a:lnTo>
                <a:cubicBezTo>
                  <a:pt x="0" y="20259"/>
                  <a:pt x="20259" y="0"/>
                  <a:pt x="45255" y="0"/>
                </a:cubicBezTo>
                <a:lnTo>
                  <a:pt x="1674465" y="0"/>
                </a:lnTo>
                <a:cubicBezTo>
                  <a:pt x="1699462" y="0"/>
                  <a:pt x="1719721" y="20259"/>
                  <a:pt x="1719721" y="45255"/>
                </a:cubicBezTo>
                <a:lnTo>
                  <a:pt x="1719721" y="31679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ounded Rectangle 8"/>
          <p:cNvSpPr/>
          <p:nvPr/>
        </p:nvSpPr>
        <p:spPr>
          <a:xfrm>
            <a:off x="3754021" y="3102657"/>
            <a:ext cx="1289791" cy="271535"/>
          </a:xfrm>
          <a:custGeom>
            <a:avLst/>
            <a:gdLst/>
            <a:ahLst/>
            <a:cxnLst/>
            <a:rect l="0" t="0" r="0" b="0"/>
            <a:pathLst>
              <a:path w="1719721" h="362046"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45255" y="0"/>
                </a:moveTo>
                <a:lnTo>
                  <a:pt x="1674465" y="0"/>
                </a:lnTo>
                <a:moveTo>
                  <a:pt x="1674465" y="0"/>
                </a:moveTo>
                <a:cubicBezTo>
                  <a:pt x="1699460" y="0"/>
                  <a:pt x="1719721" y="20261"/>
                  <a:pt x="1719721" y="45255"/>
                </a:cubicBezTo>
                <a:moveTo>
                  <a:pt x="1719721" y="316790"/>
                </a:moveTo>
                <a:lnTo>
                  <a:pt x="1719721" y="45255"/>
                </a:lnTo>
                <a:moveTo>
                  <a:pt x="0" y="316790"/>
                </a:moveTo>
                <a:lnTo>
                  <a:pt x="0" y="45255"/>
                </a:lnTo>
                <a:moveTo>
                  <a:pt x="0" y="316790"/>
                </a:moveTo>
                <a:cubicBezTo>
                  <a:pt x="0" y="341784"/>
                  <a:pt x="20261" y="362046"/>
                  <a:pt x="45255" y="362046"/>
                </a:cubicBezTo>
                <a:moveTo>
                  <a:pt x="1674465" y="362046"/>
                </a:moveTo>
                <a:lnTo>
                  <a:pt x="45255" y="362046"/>
                </a:lnTo>
                <a:moveTo>
                  <a:pt x="1674465" y="362046"/>
                </a:moveTo>
                <a:cubicBezTo>
                  <a:pt x="1699460" y="362046"/>
                  <a:pt x="1719721" y="341784"/>
                  <a:pt x="1719721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ounded Rectangle 9"/>
          <p:cNvSpPr/>
          <p:nvPr/>
        </p:nvSpPr>
        <p:spPr>
          <a:xfrm>
            <a:off x="5315347" y="2831122"/>
            <a:ext cx="610954" cy="271535"/>
          </a:xfrm>
          <a:custGeom>
            <a:avLst/>
            <a:gdLst/>
            <a:ahLst/>
            <a:cxnLst/>
            <a:rect l="0" t="0" r="0" b="0"/>
            <a:pathLst>
              <a:path w="814605" h="362046">
                <a:moveTo>
                  <a:pt x="0" y="316790"/>
                </a:moveTo>
                <a:cubicBezTo>
                  <a:pt x="0" y="341787"/>
                  <a:pt x="20259" y="362046"/>
                  <a:pt x="45255" y="362046"/>
                </a:cubicBezTo>
                <a:lnTo>
                  <a:pt x="769349" y="362046"/>
                </a:lnTo>
                <a:cubicBezTo>
                  <a:pt x="794345" y="362046"/>
                  <a:pt x="814605" y="341787"/>
                  <a:pt x="814605" y="316790"/>
                </a:cubicBezTo>
                <a:lnTo>
                  <a:pt x="814605" y="45255"/>
                </a:lnTo>
                <a:cubicBezTo>
                  <a:pt x="814605" y="20259"/>
                  <a:pt x="794345" y="0"/>
                  <a:pt x="769349" y="0"/>
                </a:cubicBezTo>
                <a:lnTo>
                  <a:pt x="45255" y="0"/>
                </a:lnTo>
                <a:cubicBezTo>
                  <a:pt x="20259" y="0"/>
                  <a:pt x="0" y="20259"/>
                  <a:pt x="0" y="45255"/>
                </a:cubicBezTo>
                <a:lnTo>
                  <a:pt x="0" y="316790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ounded Rectangle 10"/>
          <p:cNvSpPr/>
          <p:nvPr/>
        </p:nvSpPr>
        <p:spPr>
          <a:xfrm>
            <a:off x="5315347" y="2831122"/>
            <a:ext cx="610954" cy="271535"/>
          </a:xfrm>
          <a:custGeom>
            <a:avLst/>
            <a:gdLst/>
            <a:ahLst/>
            <a:cxnLst/>
            <a:rect l="0" t="0" r="0" b="0"/>
            <a:pathLst>
              <a:path w="814605" h="362046">
                <a:moveTo>
                  <a:pt x="769349" y="0"/>
                </a:moveTo>
                <a:cubicBezTo>
                  <a:pt x="794343" y="0"/>
                  <a:pt x="814605" y="20261"/>
                  <a:pt x="814605" y="45255"/>
                </a:cubicBezTo>
                <a:moveTo>
                  <a:pt x="769349" y="0"/>
                </a:moveTo>
                <a:lnTo>
                  <a:pt x="45255" y="0"/>
                </a:lnTo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0" y="316790"/>
                </a:moveTo>
                <a:lnTo>
                  <a:pt x="0" y="45255"/>
                </a:lnTo>
                <a:moveTo>
                  <a:pt x="814605" y="316790"/>
                </a:moveTo>
                <a:lnTo>
                  <a:pt x="814605" y="45255"/>
                </a:lnTo>
                <a:moveTo>
                  <a:pt x="814605" y="316790"/>
                </a:moveTo>
                <a:cubicBezTo>
                  <a:pt x="814605" y="341784"/>
                  <a:pt x="794343" y="362046"/>
                  <a:pt x="769349" y="362046"/>
                </a:cubicBezTo>
                <a:moveTo>
                  <a:pt x="45255" y="362046"/>
                </a:moveTo>
                <a:lnTo>
                  <a:pt x="769349" y="362046"/>
                </a:lnTo>
                <a:moveTo>
                  <a:pt x="45255" y="362046"/>
                </a:moveTo>
                <a:cubicBezTo>
                  <a:pt x="20261" y="362046"/>
                  <a:pt x="0" y="341784"/>
                  <a:pt x="0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ounded Rectangle 11"/>
          <p:cNvSpPr/>
          <p:nvPr/>
        </p:nvSpPr>
        <p:spPr>
          <a:xfrm>
            <a:off x="3787963" y="3934233"/>
            <a:ext cx="1221908" cy="271535"/>
          </a:xfrm>
          <a:custGeom>
            <a:avLst/>
            <a:gdLst/>
            <a:ahLst/>
            <a:cxnLst/>
            <a:rect l="0" t="0" r="0" b="0"/>
            <a:pathLst>
              <a:path w="1629210" h="362046">
                <a:moveTo>
                  <a:pt x="0" y="316790"/>
                </a:moveTo>
                <a:cubicBezTo>
                  <a:pt x="0" y="341787"/>
                  <a:pt x="20259" y="362046"/>
                  <a:pt x="45255" y="362046"/>
                </a:cubicBezTo>
                <a:lnTo>
                  <a:pt x="1583954" y="362046"/>
                </a:lnTo>
                <a:cubicBezTo>
                  <a:pt x="1608950" y="362046"/>
                  <a:pt x="1629210" y="341787"/>
                  <a:pt x="1629210" y="316790"/>
                </a:cubicBezTo>
                <a:lnTo>
                  <a:pt x="1629210" y="45255"/>
                </a:lnTo>
                <a:cubicBezTo>
                  <a:pt x="1629210" y="20259"/>
                  <a:pt x="1608950" y="0"/>
                  <a:pt x="1583954" y="0"/>
                </a:cubicBezTo>
                <a:lnTo>
                  <a:pt x="45255" y="0"/>
                </a:lnTo>
                <a:cubicBezTo>
                  <a:pt x="20259" y="0"/>
                  <a:pt x="0" y="20259"/>
                  <a:pt x="0" y="45255"/>
                </a:cubicBezTo>
                <a:lnTo>
                  <a:pt x="0" y="316790"/>
                </a:lnTo>
              </a:path>
            </a:pathLst>
          </a:custGeom>
          <a:solidFill>
            <a:srgbClr val="FFD7EF"/>
          </a:solidFill>
          <a:ln>
            <a:noFill/>
          </a:ln>
        </p:spPr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ounded Rectangle 12"/>
          <p:cNvSpPr/>
          <p:nvPr/>
        </p:nvSpPr>
        <p:spPr>
          <a:xfrm>
            <a:off x="3787963" y="3934233"/>
            <a:ext cx="1221908" cy="271535"/>
          </a:xfrm>
          <a:custGeom>
            <a:avLst/>
            <a:gdLst/>
            <a:ahLst/>
            <a:cxnLst/>
            <a:rect l="0" t="0" r="0" b="0"/>
            <a:pathLst>
              <a:path w="1629210" h="362046">
                <a:moveTo>
                  <a:pt x="1583954" y="0"/>
                </a:moveTo>
                <a:cubicBezTo>
                  <a:pt x="1608948" y="0"/>
                  <a:pt x="1629210" y="20261"/>
                  <a:pt x="1629210" y="45255"/>
                </a:cubicBezTo>
                <a:moveTo>
                  <a:pt x="1583954" y="0"/>
                </a:moveTo>
                <a:lnTo>
                  <a:pt x="45255" y="0"/>
                </a:lnTo>
                <a:moveTo>
                  <a:pt x="45255" y="0"/>
                </a:moveTo>
                <a:cubicBezTo>
                  <a:pt x="20261" y="0"/>
                  <a:pt x="0" y="20261"/>
                  <a:pt x="0" y="45255"/>
                </a:cubicBezTo>
                <a:moveTo>
                  <a:pt x="0" y="316790"/>
                </a:moveTo>
                <a:lnTo>
                  <a:pt x="0" y="45255"/>
                </a:lnTo>
                <a:moveTo>
                  <a:pt x="1629210" y="316790"/>
                </a:moveTo>
                <a:lnTo>
                  <a:pt x="1629210" y="45255"/>
                </a:lnTo>
                <a:moveTo>
                  <a:pt x="1629210" y="316790"/>
                </a:moveTo>
                <a:cubicBezTo>
                  <a:pt x="1629210" y="341784"/>
                  <a:pt x="1608948" y="362046"/>
                  <a:pt x="1583954" y="362046"/>
                </a:cubicBezTo>
                <a:moveTo>
                  <a:pt x="45255" y="362046"/>
                </a:moveTo>
                <a:lnTo>
                  <a:pt x="1583954" y="362046"/>
                </a:lnTo>
                <a:moveTo>
                  <a:pt x="45255" y="362046"/>
                </a:moveTo>
                <a:cubicBezTo>
                  <a:pt x="20261" y="362046"/>
                  <a:pt x="0" y="341784"/>
                  <a:pt x="0" y="316790"/>
                </a:cubicBezTo>
              </a:path>
            </a:pathLst>
          </a:custGeom>
          <a:noFill/>
          <a:ln w="1131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16" name="Group 15"/>
          <p:cNvGrpSpPr/>
          <p:nvPr/>
        </p:nvGrpSpPr>
        <p:grpSpPr>
          <a:xfrm>
            <a:off x="4670452" y="1507389"/>
            <a:ext cx="152738" cy="1595268"/>
            <a:chOff x="3582753" y="1478357"/>
            <a:chExt cx="203651" cy="2127024"/>
          </a:xfrm>
        </p:grpSpPr>
        <p:sp>
          <p:nvSpPr>
            <p:cNvPr id="14" name="Rounded Rectangle 13"/>
            <p:cNvSpPr/>
            <p:nvPr/>
          </p:nvSpPr>
          <p:spPr>
            <a:xfrm>
              <a:off x="3582753" y="1500985"/>
              <a:ext cx="158395" cy="2104396"/>
            </a:xfrm>
            <a:custGeom>
              <a:avLst/>
              <a:gdLst/>
              <a:ahLst/>
              <a:cxnLst/>
              <a:rect l="0" t="0" r="0" b="0"/>
              <a:pathLst>
                <a:path w="158395" h="2104396">
                  <a:moveTo>
                    <a:pt x="0" y="2104396"/>
                  </a:moveTo>
                  <a:lnTo>
                    <a:pt x="0" y="90511"/>
                  </a:lnTo>
                  <a:cubicBezTo>
                    <a:pt x="0" y="40503"/>
                    <a:pt x="40503" y="0"/>
                    <a:pt x="90511" y="0"/>
                  </a:cubicBezTo>
                  <a:lnTo>
                    <a:pt x="158395" y="0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41149" y="1478357"/>
              <a:ext cx="45255" cy="45255"/>
            </a:xfrm>
            <a:custGeom>
              <a:avLst/>
              <a:gdLst/>
              <a:ahLst/>
              <a:cxnLst/>
              <a:rect l="0" t="0" r="0" b="0"/>
              <a:pathLst>
                <a:path w="45255" h="45255">
                  <a:moveTo>
                    <a:pt x="0" y="22627"/>
                  </a:moveTo>
                  <a:cubicBezTo>
                    <a:pt x="0" y="35124"/>
                    <a:pt x="10130" y="45255"/>
                    <a:pt x="22627" y="45255"/>
                  </a:cubicBezTo>
                  <a:cubicBezTo>
                    <a:pt x="35124" y="45255"/>
                    <a:pt x="45255" y="35124"/>
                    <a:pt x="45255" y="22627"/>
                  </a:cubicBezTo>
                  <a:cubicBezTo>
                    <a:pt x="45255" y="10130"/>
                    <a:pt x="35124" y="0"/>
                    <a:pt x="22627" y="0"/>
                  </a:cubicBezTo>
                  <a:cubicBezTo>
                    <a:pt x="10130" y="0"/>
                    <a:pt x="0" y="10130"/>
                    <a:pt x="0" y="22627"/>
                  </a:cubicBezTo>
                  <a:close/>
                </a:path>
              </a:pathLst>
            </a:custGeom>
            <a:solidFill>
              <a:srgbClr val="FFFFFF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874103" y="1660127"/>
            <a:ext cx="76369" cy="653381"/>
            <a:chOff x="3854288" y="1682008"/>
            <a:chExt cx="101825" cy="871174"/>
          </a:xfrm>
        </p:grpSpPr>
        <p:sp>
          <p:nvSpPr>
            <p:cNvPr id="17" name="Rounded Rectangle 16"/>
            <p:cNvSpPr/>
            <p:nvPr/>
          </p:nvSpPr>
          <p:spPr>
            <a:xfrm>
              <a:off x="3854288" y="1682008"/>
              <a:ext cx="90511" cy="859860"/>
            </a:xfrm>
            <a:custGeom>
              <a:avLst/>
              <a:gdLst/>
              <a:ahLst/>
              <a:cxnLst/>
              <a:rect l="0" t="0" r="0" b="0"/>
              <a:pathLst>
                <a:path w="90511" h="859860">
                  <a:moveTo>
                    <a:pt x="0" y="0"/>
                  </a:moveTo>
                  <a:lnTo>
                    <a:pt x="0" y="769349"/>
                  </a:lnTo>
                  <a:cubicBezTo>
                    <a:pt x="0" y="819337"/>
                    <a:pt x="40523" y="859860"/>
                    <a:pt x="90511" y="859860"/>
                  </a:cubicBezTo>
                  <a:lnTo>
                    <a:pt x="90511" y="859860"/>
                  </a:lnTo>
                  <a:moveTo>
                    <a:pt x="90511" y="135767"/>
                  </a:moveTo>
                  <a:lnTo>
                    <a:pt x="0" y="135767"/>
                  </a:lnTo>
                  <a:moveTo>
                    <a:pt x="90511" y="588325"/>
                  </a:moveTo>
                  <a:lnTo>
                    <a:pt x="0" y="588325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933486" y="2530555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933486" y="1806462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933486" y="2259020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043813" y="2949919"/>
            <a:ext cx="288505" cy="288506"/>
            <a:chOff x="4080568" y="3401730"/>
            <a:chExt cx="384673" cy="384674"/>
          </a:xfrm>
        </p:grpSpPr>
        <p:sp>
          <p:nvSpPr>
            <p:cNvPr id="22" name="Rounded Rectangle 21"/>
            <p:cNvSpPr/>
            <p:nvPr/>
          </p:nvSpPr>
          <p:spPr>
            <a:xfrm>
              <a:off x="4080568" y="3424358"/>
              <a:ext cx="339418" cy="362046"/>
            </a:xfrm>
            <a:custGeom>
              <a:avLst/>
              <a:gdLst/>
              <a:ahLst/>
              <a:cxnLst/>
              <a:rect l="0" t="0" r="0" b="0"/>
              <a:pathLst>
                <a:path w="339418" h="362046">
                  <a:moveTo>
                    <a:pt x="0" y="362046"/>
                  </a:moveTo>
                  <a:lnTo>
                    <a:pt x="90511" y="362046"/>
                  </a:lnTo>
                  <a:cubicBezTo>
                    <a:pt x="140519" y="362046"/>
                    <a:pt x="181023" y="321542"/>
                    <a:pt x="181023" y="271535"/>
                  </a:cubicBezTo>
                  <a:lnTo>
                    <a:pt x="181023" y="90511"/>
                  </a:lnTo>
                  <a:cubicBezTo>
                    <a:pt x="181023" y="40503"/>
                    <a:pt x="221527" y="0"/>
                    <a:pt x="271535" y="0"/>
                  </a:cubicBezTo>
                  <a:lnTo>
                    <a:pt x="339418" y="0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419986" y="3401730"/>
              <a:ext cx="45255" cy="45255"/>
            </a:xfrm>
            <a:custGeom>
              <a:avLst/>
              <a:gdLst/>
              <a:ahLst/>
              <a:cxnLst/>
              <a:rect l="0" t="0" r="0" b="0"/>
              <a:pathLst>
                <a:path w="45255" h="45255">
                  <a:moveTo>
                    <a:pt x="0" y="22627"/>
                  </a:moveTo>
                  <a:cubicBezTo>
                    <a:pt x="0" y="35124"/>
                    <a:pt x="10130" y="45255"/>
                    <a:pt x="22627" y="45255"/>
                  </a:cubicBezTo>
                  <a:cubicBezTo>
                    <a:pt x="35124" y="45255"/>
                    <a:pt x="45255" y="35124"/>
                    <a:pt x="45255" y="22627"/>
                  </a:cubicBezTo>
                  <a:cubicBezTo>
                    <a:pt x="45255" y="10130"/>
                    <a:pt x="35124" y="0"/>
                    <a:pt x="22627" y="0"/>
                  </a:cubicBezTo>
                  <a:cubicBezTo>
                    <a:pt x="10130" y="0"/>
                    <a:pt x="0" y="10130"/>
                    <a:pt x="0" y="22627"/>
                  </a:cubicBezTo>
                  <a:close/>
                </a:path>
              </a:pathLst>
            </a:custGeom>
            <a:solidFill>
              <a:srgbClr val="FFFFFF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5383231" y="3102658"/>
            <a:ext cx="76369" cy="449729"/>
            <a:chOff x="4533126" y="3605381"/>
            <a:chExt cx="101825" cy="599639"/>
          </a:xfrm>
        </p:grpSpPr>
        <p:sp>
          <p:nvSpPr>
            <p:cNvPr id="25" name="Rounded Rectangle 24"/>
            <p:cNvSpPr/>
            <p:nvPr/>
          </p:nvSpPr>
          <p:spPr>
            <a:xfrm>
              <a:off x="4533126" y="3605381"/>
              <a:ext cx="90511" cy="588325"/>
            </a:xfrm>
            <a:custGeom>
              <a:avLst/>
              <a:gdLst/>
              <a:ahLst/>
              <a:cxnLst/>
              <a:rect l="0" t="0" r="0" b="0"/>
              <a:pathLst>
                <a:path w="90511" h="588325">
                  <a:moveTo>
                    <a:pt x="0" y="0"/>
                  </a:moveTo>
                  <a:lnTo>
                    <a:pt x="0" y="497814"/>
                  </a:lnTo>
                  <a:cubicBezTo>
                    <a:pt x="0" y="547802"/>
                    <a:pt x="40523" y="588325"/>
                    <a:pt x="90511" y="588325"/>
                  </a:cubicBezTo>
                  <a:lnTo>
                    <a:pt x="90511" y="588325"/>
                  </a:lnTo>
                  <a:moveTo>
                    <a:pt x="90511" y="135767"/>
                  </a:moveTo>
                  <a:lnTo>
                    <a:pt x="0" y="135767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612324" y="4182393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612324" y="3729835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381946" y="3374192"/>
            <a:ext cx="33941" cy="577011"/>
            <a:chOff x="3198079" y="3967428"/>
            <a:chExt cx="45255" cy="769348"/>
          </a:xfrm>
        </p:grpSpPr>
        <p:sp>
          <p:nvSpPr>
            <p:cNvPr id="29" name="Rounded Rectangle 28"/>
            <p:cNvSpPr/>
            <p:nvPr/>
          </p:nvSpPr>
          <p:spPr>
            <a:xfrm>
              <a:off x="3220707" y="3967428"/>
              <a:ext cx="7542" cy="724093"/>
            </a:xfrm>
            <a:custGeom>
              <a:avLst/>
              <a:gdLst/>
              <a:ahLst/>
              <a:cxnLst/>
              <a:rect l="0" t="0" r="0" b="0"/>
              <a:pathLst>
                <a:path w="7542" h="724093">
                  <a:moveTo>
                    <a:pt x="0" y="0"/>
                  </a:moveTo>
                  <a:lnTo>
                    <a:pt x="0" y="724093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198079" y="4691521"/>
              <a:ext cx="45255" cy="45255"/>
            </a:xfrm>
            <a:custGeom>
              <a:avLst/>
              <a:gdLst/>
              <a:ahLst/>
              <a:cxnLst/>
              <a:rect l="0" t="0" r="0" b="0"/>
              <a:pathLst>
                <a:path w="45255" h="45255">
                  <a:moveTo>
                    <a:pt x="0" y="22627"/>
                  </a:moveTo>
                  <a:cubicBezTo>
                    <a:pt x="0" y="35124"/>
                    <a:pt x="10130" y="45255"/>
                    <a:pt x="22627" y="45255"/>
                  </a:cubicBezTo>
                  <a:cubicBezTo>
                    <a:pt x="35124" y="45255"/>
                    <a:pt x="45255" y="35124"/>
                    <a:pt x="45255" y="22627"/>
                  </a:cubicBezTo>
                  <a:cubicBezTo>
                    <a:pt x="45255" y="10130"/>
                    <a:pt x="35124" y="0"/>
                    <a:pt x="22627" y="0"/>
                  </a:cubicBezTo>
                  <a:cubicBezTo>
                    <a:pt x="10130" y="0"/>
                    <a:pt x="0" y="10130"/>
                    <a:pt x="0" y="22627"/>
                  </a:cubicBezTo>
                  <a:close/>
                </a:path>
              </a:pathLst>
            </a:custGeom>
            <a:solidFill>
              <a:srgbClr val="FFFFFF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55846" y="4205769"/>
            <a:ext cx="76369" cy="347903"/>
            <a:chOff x="2496613" y="5076196"/>
            <a:chExt cx="101825" cy="463871"/>
          </a:xfrm>
        </p:grpSpPr>
        <p:sp>
          <p:nvSpPr>
            <p:cNvPr id="32" name="Rounded Rectangle 31"/>
            <p:cNvSpPr/>
            <p:nvPr/>
          </p:nvSpPr>
          <p:spPr>
            <a:xfrm>
              <a:off x="2496613" y="5076196"/>
              <a:ext cx="90511" cy="452558"/>
            </a:xfrm>
            <a:custGeom>
              <a:avLst/>
              <a:gdLst/>
              <a:ahLst/>
              <a:cxnLst/>
              <a:rect l="0" t="0" r="0" b="0"/>
              <a:pathLst>
                <a:path w="90511" h="452558">
                  <a:moveTo>
                    <a:pt x="0" y="0"/>
                  </a:moveTo>
                  <a:lnTo>
                    <a:pt x="0" y="362046"/>
                  </a:lnTo>
                  <a:cubicBezTo>
                    <a:pt x="0" y="412034"/>
                    <a:pt x="40523" y="452558"/>
                    <a:pt x="90511" y="452558"/>
                  </a:cubicBezTo>
                  <a:lnTo>
                    <a:pt x="90511" y="452558"/>
                  </a:lnTo>
                  <a:moveTo>
                    <a:pt x="90511" y="181023"/>
                  </a:moveTo>
                  <a:lnTo>
                    <a:pt x="0" y="181023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575811" y="5517440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2575811" y="5245905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465514" y="2865064"/>
            <a:ext cx="288506" cy="373361"/>
            <a:chOff x="1976171" y="3288590"/>
            <a:chExt cx="384674" cy="497814"/>
          </a:xfrm>
        </p:grpSpPr>
        <p:sp>
          <p:nvSpPr>
            <p:cNvPr id="36" name="Rounded Rectangle 35"/>
            <p:cNvSpPr/>
            <p:nvPr/>
          </p:nvSpPr>
          <p:spPr>
            <a:xfrm>
              <a:off x="2021427" y="3311218"/>
              <a:ext cx="339418" cy="475186"/>
            </a:xfrm>
            <a:custGeom>
              <a:avLst/>
              <a:gdLst/>
              <a:ahLst/>
              <a:cxnLst/>
              <a:rect l="0" t="0" r="0" b="0"/>
              <a:pathLst>
                <a:path w="339418" h="475186">
                  <a:moveTo>
                    <a:pt x="339418" y="475186"/>
                  </a:moveTo>
                  <a:lnTo>
                    <a:pt x="248907" y="475186"/>
                  </a:lnTo>
                  <a:cubicBezTo>
                    <a:pt x="198899" y="475186"/>
                    <a:pt x="158395" y="434682"/>
                    <a:pt x="158395" y="384674"/>
                  </a:cubicBezTo>
                  <a:lnTo>
                    <a:pt x="158395" y="90511"/>
                  </a:lnTo>
                  <a:cubicBezTo>
                    <a:pt x="158395" y="40503"/>
                    <a:pt x="117891" y="0"/>
                    <a:pt x="67883" y="0"/>
                  </a:cubicBezTo>
                  <a:lnTo>
                    <a:pt x="0" y="0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976171" y="3288590"/>
              <a:ext cx="45255" cy="45255"/>
            </a:xfrm>
            <a:custGeom>
              <a:avLst/>
              <a:gdLst/>
              <a:ahLst/>
              <a:cxnLst/>
              <a:rect l="0" t="0" r="0" b="0"/>
              <a:pathLst>
                <a:path w="45255" h="45255">
                  <a:moveTo>
                    <a:pt x="0" y="22627"/>
                  </a:moveTo>
                  <a:cubicBezTo>
                    <a:pt x="0" y="35124"/>
                    <a:pt x="10130" y="45255"/>
                    <a:pt x="22627" y="45255"/>
                  </a:cubicBezTo>
                  <a:cubicBezTo>
                    <a:pt x="35124" y="45255"/>
                    <a:pt x="45255" y="35124"/>
                    <a:pt x="45255" y="22627"/>
                  </a:cubicBezTo>
                  <a:cubicBezTo>
                    <a:pt x="45255" y="10130"/>
                    <a:pt x="35124" y="0"/>
                    <a:pt x="22627" y="0"/>
                  </a:cubicBezTo>
                  <a:cubicBezTo>
                    <a:pt x="10130" y="0"/>
                    <a:pt x="0" y="10130"/>
                    <a:pt x="0" y="22627"/>
                  </a:cubicBezTo>
                  <a:close/>
                </a:path>
              </a:pathLst>
            </a:custGeom>
            <a:solidFill>
              <a:srgbClr val="FFFFFF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338233" y="3017803"/>
            <a:ext cx="76369" cy="483671"/>
            <a:chOff x="1806462" y="3492242"/>
            <a:chExt cx="101825" cy="644894"/>
          </a:xfrm>
        </p:grpSpPr>
        <p:sp>
          <p:nvSpPr>
            <p:cNvPr id="39" name="Rounded Rectangle 38"/>
            <p:cNvSpPr/>
            <p:nvPr/>
          </p:nvSpPr>
          <p:spPr>
            <a:xfrm>
              <a:off x="1817776" y="3492242"/>
              <a:ext cx="90511" cy="633581"/>
            </a:xfrm>
            <a:custGeom>
              <a:avLst/>
              <a:gdLst/>
              <a:ahLst/>
              <a:cxnLst/>
              <a:rect l="0" t="0" r="0" b="0"/>
              <a:pathLst>
                <a:path w="90511" h="633581">
                  <a:moveTo>
                    <a:pt x="90511" y="0"/>
                  </a:moveTo>
                  <a:lnTo>
                    <a:pt x="90511" y="543070"/>
                  </a:lnTo>
                  <a:cubicBezTo>
                    <a:pt x="90511" y="593058"/>
                    <a:pt x="49988" y="633581"/>
                    <a:pt x="0" y="633581"/>
                  </a:cubicBezTo>
                  <a:lnTo>
                    <a:pt x="0" y="633581"/>
                  </a:lnTo>
                  <a:moveTo>
                    <a:pt x="0" y="181023"/>
                  </a:moveTo>
                  <a:lnTo>
                    <a:pt x="90511" y="181023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806462" y="4114509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1806462" y="3661951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974643" y="1066144"/>
            <a:ext cx="152738" cy="2036513"/>
            <a:chOff x="2655009" y="890031"/>
            <a:chExt cx="203650" cy="2715350"/>
          </a:xfrm>
        </p:grpSpPr>
        <p:sp>
          <p:nvSpPr>
            <p:cNvPr id="43" name="Rounded Rectangle 42"/>
            <p:cNvSpPr/>
            <p:nvPr/>
          </p:nvSpPr>
          <p:spPr>
            <a:xfrm>
              <a:off x="2700264" y="912659"/>
              <a:ext cx="158395" cy="2692722"/>
            </a:xfrm>
            <a:custGeom>
              <a:avLst/>
              <a:gdLst/>
              <a:ahLst/>
              <a:cxnLst/>
              <a:rect l="0" t="0" r="0" b="0"/>
              <a:pathLst>
                <a:path w="158395" h="2692722">
                  <a:moveTo>
                    <a:pt x="158395" y="2692722"/>
                  </a:moveTo>
                  <a:lnTo>
                    <a:pt x="158395" y="90511"/>
                  </a:lnTo>
                  <a:cubicBezTo>
                    <a:pt x="158395" y="40503"/>
                    <a:pt x="117891" y="0"/>
                    <a:pt x="67883" y="0"/>
                  </a:cubicBezTo>
                  <a:lnTo>
                    <a:pt x="0" y="0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655009" y="890031"/>
              <a:ext cx="45255" cy="45255"/>
            </a:xfrm>
            <a:custGeom>
              <a:avLst/>
              <a:gdLst/>
              <a:ahLst/>
              <a:cxnLst/>
              <a:rect l="0" t="0" r="0" b="0"/>
              <a:pathLst>
                <a:path w="45255" h="45255">
                  <a:moveTo>
                    <a:pt x="0" y="22627"/>
                  </a:moveTo>
                  <a:cubicBezTo>
                    <a:pt x="0" y="35124"/>
                    <a:pt x="10130" y="45255"/>
                    <a:pt x="22627" y="45255"/>
                  </a:cubicBezTo>
                  <a:cubicBezTo>
                    <a:pt x="35124" y="45255"/>
                    <a:pt x="45255" y="35124"/>
                    <a:pt x="45255" y="22627"/>
                  </a:cubicBezTo>
                  <a:cubicBezTo>
                    <a:pt x="45255" y="10130"/>
                    <a:pt x="35124" y="0"/>
                    <a:pt x="22627" y="0"/>
                  </a:cubicBezTo>
                  <a:cubicBezTo>
                    <a:pt x="10130" y="0"/>
                    <a:pt x="0" y="10130"/>
                    <a:pt x="0" y="22627"/>
                  </a:cubicBezTo>
                  <a:close/>
                </a:path>
              </a:pathLst>
            </a:custGeom>
            <a:solidFill>
              <a:srgbClr val="FFFFFF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3847361" y="1218883"/>
            <a:ext cx="76369" cy="1230392"/>
            <a:chOff x="2485299" y="1093682"/>
            <a:chExt cx="101825" cy="1640523"/>
          </a:xfrm>
        </p:grpSpPr>
        <p:sp>
          <p:nvSpPr>
            <p:cNvPr id="46" name="Rounded Rectangle 45"/>
            <p:cNvSpPr/>
            <p:nvPr/>
          </p:nvSpPr>
          <p:spPr>
            <a:xfrm>
              <a:off x="2496613" y="1093682"/>
              <a:ext cx="90511" cy="1629210"/>
            </a:xfrm>
            <a:custGeom>
              <a:avLst/>
              <a:gdLst/>
              <a:ahLst/>
              <a:cxnLst/>
              <a:rect l="0" t="0" r="0" b="0"/>
              <a:pathLst>
                <a:path w="90511" h="1629210">
                  <a:moveTo>
                    <a:pt x="90511" y="0"/>
                  </a:moveTo>
                  <a:lnTo>
                    <a:pt x="90511" y="1538698"/>
                  </a:lnTo>
                  <a:cubicBezTo>
                    <a:pt x="90511" y="1588686"/>
                    <a:pt x="49988" y="1629210"/>
                    <a:pt x="0" y="1629210"/>
                  </a:cubicBezTo>
                  <a:lnTo>
                    <a:pt x="0" y="1629210"/>
                  </a:lnTo>
                  <a:moveTo>
                    <a:pt x="0" y="181023"/>
                  </a:moveTo>
                  <a:lnTo>
                    <a:pt x="90511" y="181023"/>
                  </a:lnTo>
                  <a:moveTo>
                    <a:pt x="0" y="452558"/>
                  </a:moveTo>
                  <a:lnTo>
                    <a:pt x="90511" y="452558"/>
                  </a:lnTo>
                  <a:moveTo>
                    <a:pt x="0" y="724093"/>
                  </a:moveTo>
                  <a:lnTo>
                    <a:pt x="90511" y="724093"/>
                  </a:lnTo>
                  <a:moveTo>
                    <a:pt x="0" y="995628"/>
                  </a:moveTo>
                  <a:lnTo>
                    <a:pt x="90511" y="995628"/>
                  </a:lnTo>
                </a:path>
              </a:pathLst>
            </a:custGeom>
            <a:noFill/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485299" y="2711578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485299" y="1263392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485299" y="1534927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2485299" y="1806462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485299" y="2077997"/>
              <a:ext cx="22627" cy="22627"/>
            </a:xfrm>
            <a:custGeom>
              <a:avLst/>
              <a:gdLst/>
              <a:ahLst/>
              <a:cxnLst/>
              <a:rect l="0" t="0" r="0" b="0"/>
              <a:pathLst>
                <a:path w="22627" h="22627">
                  <a:moveTo>
                    <a:pt x="0" y="11313"/>
                  </a:moveTo>
                  <a:cubicBezTo>
                    <a:pt x="0" y="17562"/>
                    <a:pt x="5065" y="22627"/>
                    <a:pt x="11313" y="22627"/>
                  </a:cubicBezTo>
                  <a:cubicBezTo>
                    <a:pt x="17562" y="22627"/>
                    <a:pt x="22627" y="17562"/>
                    <a:pt x="22627" y="11313"/>
                  </a:cubicBezTo>
                  <a:cubicBezTo>
                    <a:pt x="22627" y="5065"/>
                    <a:pt x="17562" y="0"/>
                    <a:pt x="11313" y="0"/>
                  </a:cubicBezTo>
                  <a:cubicBezTo>
                    <a:pt x="5065" y="0"/>
                    <a:pt x="0" y="5065"/>
                    <a:pt x="0" y="11313"/>
                  </a:cubicBezTo>
                  <a:close/>
                </a:path>
              </a:pathLst>
            </a:custGeom>
            <a:solidFill>
              <a:srgbClr val="000000"/>
            </a:solidFill>
            <a:ln w="11313">
              <a:solidFill>
                <a:srgbClr val="000000"/>
              </a:solidFill>
            </a:ln>
          </p:spPr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4002928" y="4497668"/>
            <a:ext cx="543418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Versionnage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7582" y="2393272"/>
            <a:ext cx="569067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Déploiement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14383" y="2834516"/>
            <a:ext cx="488916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 dirty="0">
                <a:solidFill>
                  <a:srgbClr val="BA5DE5"/>
                </a:solidFill>
                <a:latin typeface="Shantell Sans"/>
              </a:rPr>
              <a:t>SonarQube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1184" y="2053853"/>
            <a:ext cx="155492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VM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17211" y="1918086"/>
            <a:ext cx="559449" cy="3808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Construction
d'Images
Docker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1184" y="1714434"/>
            <a:ext cx="436017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Machines
Physiques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7901" y="1714434"/>
            <a:ext cx="618759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Analyse Sonar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545" y="2919371"/>
            <a:ext cx="283732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E55753"/>
                </a:solidFill>
                <a:latin typeface="Shantell Sans"/>
              </a:rPr>
              <a:t>GitLab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00461" y="3106052"/>
            <a:ext cx="36708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Analyse
Statique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85417" y="1476841"/>
            <a:ext cx="644407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DE8431"/>
                </a:solidFill>
                <a:latin typeface="Shantell Sans"/>
              </a:rPr>
              <a:t>Agents Jenkins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50641" y="1510783"/>
            <a:ext cx="226024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Tests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70279" y="3190906"/>
            <a:ext cx="657231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1">
                <a:solidFill>
                  <a:srgbClr val="969696"/>
                </a:solidFill>
                <a:latin typeface="Shantell Sans"/>
              </a:rPr>
              <a:t>Jenkins Master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0313" y="3156965"/>
            <a:ext cx="40075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Branches
GitFlow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25187" y="1307131"/>
            <a:ext cx="551433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Build Maven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25119" y="3445470"/>
            <a:ext cx="442430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484848"/>
                </a:solidFill>
                <a:latin typeface="Shantell Sans"/>
              </a:rPr>
              <a:t>Suivi de la
Qualité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0313" y="3496383"/>
            <a:ext cx="706925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Merge Requests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2333" y="1035597"/>
            <a:ext cx="670055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7F64EA"/>
                </a:solidFill>
                <a:latin typeface="Shantell Sans"/>
              </a:rPr>
              <a:t>Pipelines CI/CD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7160" y="4022482"/>
            <a:ext cx="763029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DE58A9"/>
                </a:solidFill>
                <a:latin typeface="Shantell Sans"/>
              </a:rPr>
              <a:t>Nexus Repository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46891" y="510064"/>
            <a:ext cx="1703993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484848"/>
                </a:solidFill>
                <a:latin typeface="Shantell Sans"/>
              </a:rPr>
              <a:t>Architecture Jenkins Complète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2928" y="4294017"/>
            <a:ext cx="520976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Distribution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1184" y="2257505"/>
            <a:ext cx="854401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>
                <a:solidFill>
                  <a:srgbClr val="484848"/>
                </a:solidFill>
                <a:latin typeface="Shantell Sans"/>
              </a:rPr>
              <a:t>Conteneurs
Docker/Kubernetes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04A26-CE8F-1733-7724-9BF0383C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 </a:t>
            </a:r>
            <a:r>
              <a:rPr lang="en-ZA" err="1"/>
              <a:t>Bénéfices</a:t>
            </a:r>
            <a:r>
              <a:rPr lang="en-ZA" dirty="0"/>
              <a:t> </a:t>
            </a:r>
            <a:r>
              <a:rPr lang="en-ZA"/>
              <a:t>des pipelines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788EC41-E656-DF67-5C37-8851FB835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2296527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423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Présentation de Jenkins et des pipelines</a:t>
            </a:r>
          </a:p>
          <a:p>
            <a:r>
              <a:rPr lang="fr-FR">
                <a:solidFill>
                  <a:srgbClr val="000000"/>
                </a:solidFill>
              </a:rPr>
              <a:t>Approche, bénéfices, cas d’usage</a:t>
            </a:r>
          </a:p>
        </p:txBody>
      </p:sp>
      <p:sp>
        <p:nvSpPr>
          <p:cNvPr id="3" name="Oval 2"/>
          <p:cNvSpPr/>
          <p:nvPr/>
        </p:nvSpPr>
        <p:spPr>
          <a:xfrm>
            <a:off x="1001554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rtificial-intelligence-head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34" y="1546861"/>
            <a:ext cx="457200" cy="45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7206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6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Automatisation CI/CD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Jenkins permet d’automatiser l’intégration et le déploiement continus pour accélérer les cycles de développement.</a:t>
            </a:r>
          </a:p>
        </p:txBody>
      </p:sp>
      <p:sp>
        <p:nvSpPr>
          <p:cNvPr id="7" name="Oval 6"/>
          <p:cNvSpPr/>
          <p:nvPr/>
        </p:nvSpPr>
        <p:spPr>
          <a:xfrm>
            <a:off x="3107532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ny-structure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412" y="1546861"/>
            <a:ext cx="457200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03183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3183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Flexibilité des pipelines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Les pipelines Jenkins s’adaptent à tous types de projets et workflows, du simple build à la chaîne complexe.</a:t>
            </a:r>
          </a:p>
        </p:txBody>
      </p:sp>
      <p:sp>
        <p:nvSpPr>
          <p:cNvPr id="11" name="Oval 10"/>
          <p:cNvSpPr/>
          <p:nvPr/>
        </p:nvSpPr>
        <p:spPr>
          <a:xfrm>
            <a:off x="5213509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dular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89" y="1546861"/>
            <a:ext cx="457200" cy="457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709161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1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Écosystème riche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Des centaines de plugins pour étendre les fonctionnalités, s’intégrer à GitLab, Docker, Slack, etc.</a:t>
            </a:r>
          </a:p>
        </p:txBody>
      </p:sp>
      <p:sp>
        <p:nvSpPr>
          <p:cNvPr id="15" name="Oval 14"/>
          <p:cNvSpPr/>
          <p:nvPr/>
        </p:nvSpPr>
        <p:spPr>
          <a:xfrm>
            <a:off x="7319487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loud-application-transformation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367" y="1546861"/>
            <a:ext cx="457200" cy="457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815138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5138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Cas d’usage variés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Tests automatisés, déploiement, gestion de versions, notifications, gestion de clusters,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B790F6-3FB4-E6A3-412F-5D984270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Cas </a:t>
            </a:r>
            <a:r>
              <a:rPr lang="en-ZA" dirty="0" err="1"/>
              <a:t>d’usage</a:t>
            </a:r>
            <a:endParaRPr lang="en-ZA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B56CDFC-C5B7-A566-6B72-30643320C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238080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632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327CE-03E4-B202-C942-F671FAB0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Groovy et DSL Jenkins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A9A9299-A332-C94F-6EAA-0B6378562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225583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780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FB33EA-E94D-3D5E-AA6F-BE145092F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fr-FR" dirty="0"/>
              <a:t>Les syntaxes : déclarative ou script</a:t>
            </a:r>
            <a:endParaRPr lang="en-ZA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5D9B725-1B88-4052-43FB-C4D1B7BB2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064167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46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91DC3-000C-792C-3765-3628C820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 err="1"/>
              <a:t>Jenkinsfile</a:t>
            </a:r>
            <a:r>
              <a:rPr lang="en-ZA" dirty="0"/>
              <a:t> : pipeline-as-code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50D1E-74DE-79F8-04B9-09608B157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15566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200" dirty="0"/>
              <a:t>  </a:t>
            </a: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- </a:t>
            </a:r>
            <a:r>
              <a:rPr lang="fr-FR" sz="2000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Jenkinsfile</a:t>
            </a: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 = fichier texte versionné avec le projet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  - Permet :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  - Reproduire pipeline n’importe où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  - Historique des modifications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  - Revue de code pour pipeline</a:t>
            </a:r>
          </a:p>
          <a:p>
            <a:pPr>
              <a:spcAft>
                <a:spcPts val="600"/>
              </a:spcAft>
            </a:pPr>
            <a:r>
              <a:rPr lang="fr-FR" sz="20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Exemple structure :</a:t>
            </a:r>
          </a:p>
          <a:p>
            <a:pPr>
              <a:spcAft>
                <a:spcPts val="600"/>
              </a:spcAft>
            </a:pPr>
            <a:endParaRPr lang="fr-FR" sz="1200" dirty="0"/>
          </a:p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repo/</a:t>
            </a:r>
          </a:p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├─ src/</a:t>
            </a:r>
          </a:p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├─ </a:t>
            </a:r>
            <a:r>
              <a:rPr lang="fr-FR" sz="1500" b="1" dirty="0" err="1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Jenkinsfile</a:t>
            </a:r>
            <a:endParaRPr lang="fr-FR" sz="15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Montserrat" pitchFamily="2" charset="0"/>
              </a:rPr>
              <a:t>├─ pom.xml</a:t>
            </a:r>
          </a:p>
          <a:p>
            <a:pPr>
              <a:spcAft>
                <a:spcPts val="600"/>
              </a:spcAft>
            </a:pPr>
            <a:endParaRPr lang="fr-FR" sz="1200" dirty="0"/>
          </a:p>
          <a:p>
            <a:pPr>
              <a:spcAft>
                <a:spcPts val="600"/>
              </a:spcAft>
            </a:pPr>
            <a:endParaRPr lang="fr-FR" sz="1200" dirty="0"/>
          </a:p>
          <a:p>
            <a:pPr>
              <a:spcAft>
                <a:spcPts val="600"/>
              </a:spcAft>
            </a:pP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321525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4A98B3-9F0A-2792-4778-74B28A705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fr-FR" dirty="0"/>
              <a:t> Sections et étapes d’un pipeline</a:t>
            </a:r>
            <a:endParaRPr lang="en-ZA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BB7BE166-847D-0C91-248E-72AAD3566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pipeline { ... } : bloc principal</a:t>
            </a:r>
          </a:p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agent : </a:t>
            </a:r>
            <a:r>
              <a:rPr lang="en-ZA" sz="2800" dirty="0" err="1">
                <a:latin typeface="Montserrat" pitchFamily="2" charset="0"/>
              </a:rPr>
              <a:t>où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s’exécute</a:t>
            </a:r>
            <a:r>
              <a:rPr lang="en-ZA" sz="2800" dirty="0">
                <a:latin typeface="Montserrat" pitchFamily="2" charset="0"/>
              </a:rPr>
              <a:t> le pipeline</a:t>
            </a:r>
          </a:p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environment : variables </a:t>
            </a:r>
            <a:r>
              <a:rPr lang="en-ZA" sz="2800" dirty="0" err="1">
                <a:latin typeface="Montserrat" pitchFamily="2" charset="0"/>
              </a:rPr>
              <a:t>globales</a:t>
            </a:r>
            <a:endParaRPr lang="en-ZA" sz="28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stages { stage('...'){ steps {...} } } : étapes </a:t>
            </a:r>
            <a:r>
              <a:rPr lang="en-ZA" sz="2800" dirty="0" err="1">
                <a:latin typeface="Montserrat" pitchFamily="2" charset="0"/>
              </a:rPr>
              <a:t>principales</a:t>
            </a:r>
            <a:endParaRPr lang="en-ZA" sz="28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steps : </a:t>
            </a:r>
            <a:r>
              <a:rPr lang="en-ZA" sz="2800" dirty="0" err="1">
                <a:latin typeface="Montserrat" pitchFamily="2" charset="0"/>
              </a:rPr>
              <a:t>commandes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concrètes</a:t>
            </a:r>
            <a:r>
              <a:rPr lang="en-ZA" sz="2800" dirty="0">
                <a:latin typeface="Montserrat" pitchFamily="2" charset="0"/>
              </a:rPr>
              <a:t> (shell, Maven, scripts)</a:t>
            </a:r>
          </a:p>
          <a:p>
            <a:pPr>
              <a:spcAft>
                <a:spcPts val="600"/>
              </a:spcAft>
            </a:pPr>
            <a:r>
              <a:rPr lang="en-ZA" sz="2800" dirty="0">
                <a:latin typeface="Montserrat" pitchFamily="2" charset="0"/>
              </a:rPr>
              <a:t>- post : actions après succès, </a:t>
            </a:r>
            <a:r>
              <a:rPr lang="en-ZA" sz="2800" dirty="0" err="1">
                <a:latin typeface="Montserrat" pitchFamily="2" charset="0"/>
              </a:rPr>
              <a:t>échec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ou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toujours</a:t>
            </a:r>
            <a:endParaRPr lang="en-ZA" sz="2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83247-30CF-3E95-156C-2ED7C439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Exemple</a:t>
            </a:r>
            <a:r>
              <a:rPr lang="en-ZA" dirty="0"/>
              <a:t> minimal :</a:t>
            </a:r>
            <a:br>
              <a:rPr lang="en-ZA" dirty="0"/>
            </a:br>
            <a:endParaRPr lang="en-Z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D66214-2189-0E0A-5FD0-457D58777051}"/>
              </a:ext>
            </a:extLst>
          </p:cNvPr>
          <p:cNvSpPr txBox="1"/>
          <p:nvPr/>
        </p:nvSpPr>
        <p:spPr>
          <a:xfrm>
            <a:off x="2411760" y="699542"/>
            <a:ext cx="62464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latin typeface="Montserrat" pitchFamily="2" charset="0"/>
              </a:rPr>
              <a:t>pipeline {</a:t>
            </a:r>
          </a:p>
          <a:p>
            <a:r>
              <a:rPr lang="en-ZA" dirty="0">
                <a:latin typeface="Montserrat" pitchFamily="2" charset="0"/>
              </a:rPr>
              <a:t>  agent any</a:t>
            </a:r>
          </a:p>
          <a:p>
            <a:r>
              <a:rPr lang="en-ZA" dirty="0">
                <a:latin typeface="Montserrat" pitchFamily="2" charset="0"/>
              </a:rPr>
              <a:t>  stages {</a:t>
            </a:r>
          </a:p>
          <a:p>
            <a:r>
              <a:rPr lang="en-ZA" dirty="0">
                <a:latin typeface="Montserrat" pitchFamily="2" charset="0"/>
              </a:rPr>
              <a:t>    stage('Build') {</a:t>
            </a:r>
          </a:p>
          <a:p>
            <a:r>
              <a:rPr lang="en-ZA" dirty="0">
                <a:latin typeface="Montserrat" pitchFamily="2" charset="0"/>
              </a:rPr>
              <a:t>      steps {</a:t>
            </a:r>
          </a:p>
          <a:p>
            <a:r>
              <a:rPr lang="en-ZA" dirty="0">
                <a:latin typeface="Montserrat" pitchFamily="2" charset="0"/>
              </a:rPr>
              <a:t>        echo 'Compiling...'</a:t>
            </a:r>
          </a:p>
          <a:p>
            <a:r>
              <a:rPr lang="en-ZA" dirty="0">
                <a:latin typeface="Montserrat" pitchFamily="2" charset="0"/>
              </a:rPr>
              <a:t>      }</a:t>
            </a:r>
          </a:p>
          <a:p>
            <a:r>
              <a:rPr lang="en-ZA" dirty="0">
                <a:latin typeface="Montserrat" pitchFamily="2" charset="0"/>
              </a:rPr>
              <a:t>    }</a:t>
            </a:r>
          </a:p>
          <a:p>
            <a:r>
              <a:rPr lang="en-ZA" dirty="0">
                <a:latin typeface="Montserrat" pitchFamily="2" charset="0"/>
              </a:rPr>
              <a:t>    stage('Test') {</a:t>
            </a:r>
          </a:p>
          <a:p>
            <a:r>
              <a:rPr lang="en-ZA" dirty="0">
                <a:latin typeface="Montserrat" pitchFamily="2" charset="0"/>
              </a:rPr>
              <a:t>      steps {</a:t>
            </a:r>
          </a:p>
          <a:p>
            <a:r>
              <a:rPr lang="en-ZA" dirty="0">
                <a:latin typeface="Montserrat" pitchFamily="2" charset="0"/>
              </a:rPr>
              <a:t>        echo 'Running tests...'</a:t>
            </a:r>
          </a:p>
          <a:p>
            <a:r>
              <a:rPr lang="en-ZA" dirty="0">
                <a:latin typeface="Montserrat" pitchFamily="2" charset="0"/>
              </a:rPr>
              <a:t>      }</a:t>
            </a:r>
          </a:p>
          <a:p>
            <a:r>
              <a:rPr lang="en-ZA" dirty="0">
                <a:latin typeface="Montserrat" pitchFamily="2" charset="0"/>
              </a:rPr>
              <a:t>    }</a:t>
            </a:r>
          </a:p>
          <a:p>
            <a:r>
              <a:rPr lang="en-ZA" dirty="0">
                <a:latin typeface="Montserrat" pitchFamily="2" charset="0"/>
              </a:rPr>
              <a:t>  }</a:t>
            </a:r>
          </a:p>
          <a:p>
            <a:r>
              <a:rPr lang="en-ZA" dirty="0">
                <a:latin typeface="Montserrat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835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Le fichier Jenkinsfile : pipeline-as-code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3200" y="1181100"/>
            <a:ext cx="4258236" cy="3370262"/>
          </a:xfrm>
        </p:spPr>
        <p:txBody>
          <a:bodyPr wrap="square">
            <a:normAutofit/>
          </a:bodyPr>
          <a:lstStyle/>
          <a:p>
            <a:r>
              <a:rPr lang="fr-FR" dirty="0">
                <a:solidFill>
                  <a:srgbClr val="002060"/>
                </a:solidFill>
                <a:latin typeface="Montserrat" pitchFamily="2" charset="0"/>
              </a:rPr>
              <a:t>Le </a:t>
            </a:r>
            <a:r>
              <a:rPr lang="fr-FR" dirty="0" err="1">
                <a:solidFill>
                  <a:srgbClr val="002060"/>
                </a:solidFill>
                <a:latin typeface="Montserrat" pitchFamily="2" charset="0"/>
              </a:rPr>
              <a:t>Jenkinsfile</a:t>
            </a:r>
            <a:r>
              <a:rPr lang="fr-FR" dirty="0">
                <a:solidFill>
                  <a:srgbClr val="002060"/>
                </a:solidFill>
                <a:latin typeface="Montserrat" pitchFamily="2" charset="0"/>
              </a:rPr>
              <a:t> permet de versionner la définition du pipeline avec le code source.</a:t>
            </a:r>
          </a:p>
          <a:p>
            <a:pPr lvl="2"/>
            <a:r>
              <a:rPr lang="fr-FR" dirty="0">
                <a:latin typeface="Montserrat" pitchFamily="2" charset="0"/>
              </a:rPr>
              <a:t>Sections principales : pipeline, agent, stages, </a:t>
            </a:r>
            <a:r>
              <a:rPr lang="fr-FR" dirty="0" err="1">
                <a:latin typeface="Montserrat" pitchFamily="2" charset="0"/>
              </a:rPr>
              <a:t>steps</a:t>
            </a:r>
            <a:endParaRPr lang="fr-FR" dirty="0">
              <a:latin typeface="Montserrat" pitchFamily="2" charset="0"/>
            </a:endParaRPr>
          </a:p>
          <a:p>
            <a:pPr lvl="2"/>
            <a:r>
              <a:rPr lang="fr-FR" dirty="0">
                <a:latin typeface="Montserrat" pitchFamily="2" charset="0"/>
              </a:rPr>
              <a:t>Avantages : traçabilité, reproductibilité, collaboration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Exemple :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pipeline {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 agent </a:t>
            </a:r>
            <a:r>
              <a:rPr lang="fr-FR" sz="1200" dirty="0" err="1">
                <a:solidFill>
                  <a:srgbClr val="002060"/>
                </a:solidFill>
                <a:latin typeface="Montserrat" pitchFamily="2" charset="0"/>
              </a:rPr>
              <a:t>any</a:t>
            </a:r>
            <a:endParaRPr lang="fr-FR" sz="1200" dirty="0">
              <a:solidFill>
                <a:srgbClr val="002060"/>
              </a:solidFill>
              <a:latin typeface="Montserrat" pitchFamily="2" charset="0"/>
            </a:endParaRP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 stages {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   stage('Build') { </a:t>
            </a:r>
            <a:r>
              <a:rPr lang="fr-FR" sz="1200" dirty="0" err="1">
                <a:solidFill>
                  <a:srgbClr val="002060"/>
                </a:solidFill>
                <a:latin typeface="Montserrat" pitchFamily="2" charset="0"/>
              </a:rPr>
              <a:t>steps</a:t>
            </a:r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{ ... } }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   stage('Test') { </a:t>
            </a:r>
            <a:r>
              <a:rPr lang="fr-FR" sz="1200" dirty="0" err="1">
                <a:solidFill>
                  <a:srgbClr val="002060"/>
                </a:solidFill>
                <a:latin typeface="Montserrat" pitchFamily="2" charset="0"/>
              </a:rPr>
              <a:t>steps</a:t>
            </a:r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{ ... } }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  }</a:t>
            </a:r>
          </a:p>
          <a:p>
            <a:r>
              <a:rPr lang="fr-FR" sz="1200" dirty="0">
                <a:solidFill>
                  <a:srgbClr val="002060"/>
                </a:solidFill>
                <a:latin typeface="Montserrat" pitchFamily="2" charset="0"/>
              </a:rPr>
              <a:t>}</a:t>
            </a:r>
          </a:p>
          <a:p>
            <a:endParaRPr lang="fr-FR" dirty="0"/>
          </a:p>
        </p:txBody>
      </p:sp>
      <p:pic>
        <p:nvPicPr>
          <p:cNvPr id="4" name="Picture Placeholder 3" descr="business-13701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111" r="21111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BF114-9D8C-15FF-31F6-D58BD4B19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dirty="0"/>
              <a:t>Créer et exécuter un pipeline déclaratif</a:t>
            </a:r>
            <a:endParaRPr lang="en-Z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E7A1B2B-1F1D-9BE5-F193-1CA313F8DEB8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1. Créer un nouveau job "Pipeline" dans Jenkins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2. Choisir "Pipeline script </a:t>
            </a:r>
            <a:r>
              <a:rPr lang="fr-FR" sz="3000" spc="-20" dirty="0" err="1">
                <a:latin typeface="Montserrat" pitchFamily="2" charset="0"/>
              </a:rPr>
              <a:t>from</a:t>
            </a:r>
            <a:r>
              <a:rPr lang="fr-FR" sz="3000" spc="-20" dirty="0">
                <a:latin typeface="Montserrat" pitchFamily="2" charset="0"/>
              </a:rPr>
              <a:t> SCM" ou "Pipeline script"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3. Sélectionner Git repository et </a:t>
            </a:r>
            <a:r>
              <a:rPr lang="fr-FR" sz="3000" spc="-20" dirty="0" err="1">
                <a:latin typeface="Montserrat" pitchFamily="2" charset="0"/>
              </a:rPr>
              <a:t>branch</a:t>
            </a:r>
            <a:endParaRPr lang="fr-FR" sz="30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4. Définir le </a:t>
            </a:r>
            <a:r>
              <a:rPr lang="fr-FR" sz="3000" spc="-20" dirty="0" err="1">
                <a:latin typeface="Montserrat" pitchFamily="2" charset="0"/>
              </a:rPr>
              <a:t>Jenkinsfile</a:t>
            </a:r>
            <a:endParaRPr lang="fr-FR" sz="30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5. Lancer "Build </a:t>
            </a:r>
            <a:r>
              <a:rPr lang="fr-FR" sz="3000" spc="-20" dirty="0" err="1">
                <a:latin typeface="Montserrat" pitchFamily="2" charset="0"/>
              </a:rPr>
              <a:t>Now</a:t>
            </a:r>
            <a:r>
              <a:rPr lang="fr-FR" sz="3000" spc="-20" dirty="0">
                <a:latin typeface="Montserrat" pitchFamily="2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7928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38C30-FE13-4F61-4716-8DD64D5C0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Visualisation des logs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E4394-A884-03FA-A767-9F596F8A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Accéder à la console output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Blue </a:t>
            </a:r>
            <a:r>
              <a:rPr lang="fr-FR" dirty="0" err="1">
                <a:latin typeface="Montserrat" pitchFamily="2" charset="0"/>
              </a:rPr>
              <a:t>Ocean</a:t>
            </a:r>
            <a:r>
              <a:rPr lang="fr-FR" dirty="0">
                <a:latin typeface="Montserrat" pitchFamily="2" charset="0"/>
              </a:rPr>
              <a:t> pour une vue graphique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Identifier les erreurs rapidement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Suivre étapes et temps d’exécution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6D1EA-0454-390B-AAE7-3D670E483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fr-FR" dirty="0"/>
              <a:t>Modifier et rejouer un pipeline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177737-D732-C299-2484-5C0E49A79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Modifier </a:t>
            </a:r>
            <a:r>
              <a:rPr lang="fr-FR" dirty="0" err="1">
                <a:latin typeface="Montserrat" pitchFamily="2" charset="0"/>
              </a:rPr>
              <a:t>Jenkinsfile</a:t>
            </a:r>
            <a:r>
              <a:rPr lang="fr-FR" dirty="0">
                <a:latin typeface="Montserrat" pitchFamily="2" charset="0"/>
              </a:rPr>
              <a:t> directement dans SCM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</a:t>
            </a:r>
            <a:r>
              <a:rPr lang="fr-FR" dirty="0" err="1">
                <a:latin typeface="Montserrat" pitchFamily="2" charset="0"/>
              </a:rPr>
              <a:t>Rebuild</a:t>
            </a:r>
            <a:r>
              <a:rPr lang="fr-FR" dirty="0">
                <a:latin typeface="Montserrat" pitchFamily="2" charset="0"/>
              </a:rPr>
              <a:t> avec nouvelles modifications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Replay (mode scripté) pour tester rapidement une étape</a:t>
            </a:r>
          </a:p>
          <a:p>
            <a:pPr>
              <a:spcAft>
                <a:spcPts val="600"/>
              </a:spcAft>
            </a:pPr>
            <a:r>
              <a:rPr lang="fr-FR" dirty="0">
                <a:latin typeface="Montserrat" pitchFamily="2" charset="0"/>
              </a:rPr>
              <a:t>- Important pour corriger des erreurs sans recréer le pipeline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B6A58E-A5ED-AA42-7E97-5E5C7CB8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fr-FR" dirty="0"/>
              <a:t>Gestion des chaînes de caractères (strings)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D9ECBE-BC13-209B-A8C8-B79B4521C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Utilisation de Groovy strings :</a:t>
            </a: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  - Simple : `'</a:t>
            </a:r>
            <a:r>
              <a:rPr lang="en-ZA" sz="1400" dirty="0" err="1">
                <a:latin typeface="Montserrat" pitchFamily="2" charset="0"/>
              </a:rPr>
              <a:t>texte</a:t>
            </a:r>
            <a:r>
              <a:rPr lang="en-ZA" sz="1400" dirty="0">
                <a:latin typeface="Montserrat" pitchFamily="2" charset="0"/>
              </a:rPr>
              <a:t>'`</a:t>
            </a: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  - Interpolation : `"Hello ${</a:t>
            </a:r>
            <a:r>
              <a:rPr lang="en-ZA" sz="1400" dirty="0" err="1">
                <a:latin typeface="Montserrat" pitchFamily="2" charset="0"/>
              </a:rPr>
              <a:t>env.BRANCH_NAME</a:t>
            </a:r>
            <a:r>
              <a:rPr lang="en-ZA" sz="1400" dirty="0">
                <a:latin typeface="Montserrat" pitchFamily="2" charset="0"/>
              </a:rPr>
              <a:t>}"`</a:t>
            </a: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  - </a:t>
            </a:r>
            <a:r>
              <a:rPr lang="en-ZA" sz="1400" dirty="0" err="1">
                <a:latin typeface="Montserrat" pitchFamily="2" charset="0"/>
              </a:rPr>
              <a:t>Multiligne</a:t>
            </a:r>
            <a:r>
              <a:rPr lang="en-ZA" sz="1400" dirty="0">
                <a:latin typeface="Montserrat" pitchFamily="2" charset="0"/>
              </a:rPr>
              <a:t> : `""" ligne1\nligne2 """`</a:t>
            </a: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</a:t>
            </a:r>
            <a:r>
              <a:rPr lang="en-ZA" sz="1400" dirty="0" err="1">
                <a:latin typeface="Montserrat" pitchFamily="2" charset="0"/>
              </a:rPr>
              <a:t>Permet</a:t>
            </a:r>
            <a:r>
              <a:rPr lang="en-ZA" sz="1400" dirty="0">
                <a:latin typeface="Montserrat" pitchFamily="2" charset="0"/>
              </a:rPr>
              <a:t> </a:t>
            </a:r>
            <a:r>
              <a:rPr lang="en-ZA" sz="1400" dirty="0" err="1">
                <a:latin typeface="Montserrat" pitchFamily="2" charset="0"/>
              </a:rPr>
              <a:t>d’insérer</a:t>
            </a:r>
            <a:r>
              <a:rPr lang="en-ZA" sz="1400" dirty="0">
                <a:latin typeface="Montserrat" pitchFamily="2" charset="0"/>
              </a:rPr>
              <a:t> variables </a:t>
            </a:r>
            <a:r>
              <a:rPr lang="en-ZA" sz="1400" dirty="0" err="1">
                <a:latin typeface="Montserrat" pitchFamily="2" charset="0"/>
              </a:rPr>
              <a:t>d’environnement</a:t>
            </a:r>
            <a:r>
              <a:rPr lang="en-ZA" sz="1400" dirty="0">
                <a:latin typeface="Montserrat" pitchFamily="2" charset="0"/>
              </a:rPr>
              <a:t> et </a:t>
            </a:r>
            <a:r>
              <a:rPr lang="en-ZA" sz="1400" dirty="0" err="1">
                <a:latin typeface="Montserrat" pitchFamily="2" charset="0"/>
              </a:rPr>
              <a:t>paramètres</a:t>
            </a:r>
            <a:endParaRPr lang="en-ZA" sz="14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400" dirty="0"/>
          </a:p>
          <a:p>
            <a:pPr>
              <a:spcAft>
                <a:spcPts val="600"/>
              </a:spcAft>
            </a:pPr>
            <a:r>
              <a:rPr lang="en-ZA" sz="1400" b="1" dirty="0" err="1">
                <a:latin typeface="Montserrat" pitchFamily="2" charset="0"/>
              </a:rPr>
              <a:t>Exemple</a:t>
            </a:r>
            <a:r>
              <a:rPr lang="en-ZA" sz="1400" b="1" dirty="0">
                <a:latin typeface="Montserrat" pitchFamily="2" charset="0"/>
              </a:rPr>
              <a:t> pratique :</a:t>
            </a:r>
          </a:p>
          <a:p>
            <a:pPr>
              <a:spcAft>
                <a:spcPts val="600"/>
              </a:spcAft>
            </a:pPr>
            <a:r>
              <a:rPr lang="en-ZA" sz="1400" dirty="0"/>
              <a:t>`</a:t>
            </a: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stage('Print Branch') {</a:t>
            </a: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  steps {</a:t>
            </a: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    echo "Current branch is ${</a:t>
            </a:r>
            <a:r>
              <a:rPr lang="en-ZA" sz="1200" dirty="0" err="1">
                <a:latin typeface="Montserrat" pitchFamily="2" charset="0"/>
              </a:rPr>
              <a:t>env.BRANCH_NAME</a:t>
            </a:r>
            <a:r>
              <a:rPr lang="en-ZA" sz="1200" dirty="0">
                <a:latin typeface="Montserrat" pitchFamily="2" charset="0"/>
              </a:rPr>
              <a:t>}"</a:t>
            </a: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  }</a:t>
            </a: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286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Travaux pratiques : création de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680"/>
            <a:ext cx="864000" cy="19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0" b="1">
                <a:solidFill>
                  <a:srgbClr val="FF7900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243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Créer un pipeline simple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t>Écrire un Jenkinsfile avec une étape de build et une étape de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098800" y="1371600"/>
            <a:ext cx="25400" cy="288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52800" y="1051680"/>
            <a:ext cx="864000" cy="19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0" b="1">
                <a:solidFill>
                  <a:srgbClr val="FF79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2651760"/>
            <a:ext cx="243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Utiliser la syntaxe déclarative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t>Structurer le pipeline avec les blocs pipeline, agent, stages, steps.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94400" y="1371600"/>
            <a:ext cx="25400" cy="2880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8400" y="1051680"/>
            <a:ext cx="864000" cy="19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0" b="1">
                <a:solidFill>
                  <a:srgbClr val="FF79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651760"/>
            <a:ext cx="243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t>Modifier et relancer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t>Changer une étape, sauvegarder, puis relancer le pipeline pour observer le résultat.</a:t>
            </a:r>
          </a:p>
        </p:txBody>
      </p:sp>
    </p:spTree>
    <p:extLst>
      <p:ext uri="{BB962C8B-B14F-4D97-AF65-F5344CB8AC3E}">
        <p14:creationId xmlns:p14="http://schemas.microsoft.com/office/powerpoint/2010/main" val="546127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3E719-4B38-4076-40E6-B99BDC34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736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(tp-mod1)</a:t>
            </a:r>
            <a:br>
              <a:rPr lang="en-ZA" dirty="0">
                <a:hlinkClick r:id="rId2"/>
              </a:rPr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4391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23FF5-14A9-C375-07EB-C5FB16D5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anchor="t">
            <a:normAutofit/>
          </a:bodyPr>
          <a:lstStyle/>
          <a:p>
            <a:r>
              <a:rPr lang="en-ZA" dirty="0"/>
              <a:t> Résumé du module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1209CC85-05ED-8F34-A1AA-45742DD5B4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480370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E964-7D4C-D08B-77F0-2989E757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EB82A-A299-3C29-C4CC-9C9A22AC4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672" y="1491630"/>
            <a:ext cx="7416824" cy="3286203"/>
          </a:xfrm>
        </p:spPr>
        <p:txBody>
          <a:bodyPr anchor="t">
            <a:normAutofit/>
          </a:bodyPr>
          <a:lstStyle/>
          <a:p>
            <a:r>
              <a:rPr lang="en-ZA" dirty="0">
                <a:latin typeface="Montserrat Black" pitchFamily="2" charset="0"/>
              </a:rPr>
              <a:t>Module 2: </a:t>
            </a:r>
            <a:br>
              <a:rPr lang="en-ZA" dirty="0">
                <a:latin typeface="Montserrat Black" pitchFamily="2" charset="0"/>
              </a:rPr>
            </a:br>
            <a:br>
              <a:rPr lang="en-ZA" dirty="0">
                <a:latin typeface="Montserrat Black" pitchFamily="2" charset="0"/>
              </a:rPr>
            </a:br>
            <a:r>
              <a:rPr lang="en-ZA" dirty="0">
                <a:latin typeface="Montserrat Black" pitchFamily="2" charset="0"/>
              </a:rPr>
              <a:t>Pipelines : configuration </a:t>
            </a:r>
            <a:r>
              <a:rPr lang="en-ZA" dirty="0" err="1">
                <a:latin typeface="Montserrat Black" pitchFamily="2" charset="0"/>
              </a:rPr>
              <a:t>avancée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16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34DFAE-7138-3188-2E63-C77493D9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dirty="0"/>
              <a:t>Pourquoi aller plus loin avec les pipelines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EB0A9B-45A2-CBBF-9400-1C440A31B0D1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- Optimiser les pipelines existants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- Automatiser plus d’étapes (tests, déploiement, notifications)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- Gérer les erreurs et paralléliser les tâches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- Intégrer Docker, artefacts, </a:t>
            </a:r>
            <a:r>
              <a:rPr lang="fr-FR" sz="3000" spc="-20" dirty="0" err="1">
                <a:latin typeface="Montserrat" pitchFamily="2" charset="0"/>
              </a:rPr>
              <a:t>credentials</a:t>
            </a:r>
            <a:endParaRPr lang="fr-FR" sz="30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3000" spc="-20" dirty="0">
                <a:latin typeface="Montserrat" pitchFamily="2" charset="0"/>
              </a:rPr>
              <a:t>- Préparer l’évolution vers des pipelines réutilisables (</a:t>
            </a:r>
            <a:r>
              <a:rPr lang="fr-FR" sz="3000" spc="-20" dirty="0" err="1">
                <a:latin typeface="Montserrat" pitchFamily="2" charset="0"/>
              </a:rPr>
              <a:t>Shared</a:t>
            </a:r>
            <a:r>
              <a:rPr lang="fr-FR" sz="3000" spc="-20" dirty="0">
                <a:latin typeface="Montserrat" pitchFamily="2" charset="0"/>
              </a:rPr>
              <a:t> </a:t>
            </a:r>
            <a:r>
              <a:rPr lang="fr-FR" sz="3000" spc="-20" dirty="0" err="1">
                <a:latin typeface="Montserrat" pitchFamily="2" charset="0"/>
              </a:rPr>
              <a:t>Libraries</a:t>
            </a:r>
            <a:r>
              <a:rPr lang="fr-FR" sz="3000" spc="-20" dirty="0">
                <a:latin typeface="Montserrat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2122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BBA816-B023-3072-10DF-D5DB0EA70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Plugins Jenkins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800F5-8EB4-3BB0-49F0-2213E849A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latin typeface="Montserrat" pitchFamily="2" charset="0"/>
              </a:rPr>
              <a:t>- Jenkins </a:t>
            </a:r>
            <a:r>
              <a:rPr lang="en-ZA" sz="2400" dirty="0" err="1">
                <a:latin typeface="Montserrat" pitchFamily="2" charset="0"/>
              </a:rPr>
              <a:t>fonctionne</a:t>
            </a:r>
            <a:r>
              <a:rPr lang="en-ZA" sz="2400" dirty="0">
                <a:latin typeface="Montserrat" pitchFamily="2" charset="0"/>
              </a:rPr>
              <a:t> avec des plugins</a:t>
            </a:r>
          </a:p>
          <a:p>
            <a:r>
              <a:rPr lang="en-ZA" sz="2400" dirty="0">
                <a:latin typeface="Montserrat" pitchFamily="2" charset="0"/>
              </a:rPr>
              <a:t>- Plugins </a:t>
            </a:r>
            <a:r>
              <a:rPr lang="en-ZA" sz="2400" dirty="0" err="1">
                <a:latin typeface="Montserrat" pitchFamily="2" charset="0"/>
              </a:rPr>
              <a:t>essentiels</a:t>
            </a:r>
            <a:r>
              <a:rPr lang="en-ZA" sz="2400" dirty="0">
                <a:latin typeface="Montserrat" pitchFamily="2" charset="0"/>
              </a:rPr>
              <a:t> pour pipelines </a:t>
            </a:r>
            <a:r>
              <a:rPr lang="en-ZA" sz="2400" dirty="0" err="1">
                <a:latin typeface="Montserrat" pitchFamily="2" charset="0"/>
              </a:rPr>
              <a:t>avancés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r>
              <a:rPr lang="en-ZA" sz="2400" dirty="0">
                <a:latin typeface="Montserrat" pitchFamily="2" charset="0"/>
              </a:rPr>
              <a:t>  - Pipeline (core)</a:t>
            </a:r>
          </a:p>
          <a:p>
            <a:r>
              <a:rPr lang="en-ZA" sz="2400" dirty="0">
                <a:latin typeface="Montserrat" pitchFamily="2" charset="0"/>
              </a:rPr>
              <a:t>  - Credentials Binding</a:t>
            </a:r>
          </a:p>
          <a:p>
            <a:r>
              <a:rPr lang="en-ZA" sz="2400" dirty="0">
                <a:latin typeface="Montserrat" pitchFamily="2" charset="0"/>
              </a:rPr>
              <a:t>  - Git / GitLab</a:t>
            </a:r>
          </a:p>
          <a:p>
            <a:r>
              <a:rPr lang="en-ZA" sz="2400" dirty="0">
                <a:latin typeface="Montserrat" pitchFamily="2" charset="0"/>
              </a:rPr>
              <a:t>  - Docker Pipeline</a:t>
            </a:r>
          </a:p>
          <a:p>
            <a:r>
              <a:rPr lang="en-ZA" sz="2400" dirty="0">
                <a:latin typeface="Montserrat" pitchFamily="2" charset="0"/>
              </a:rPr>
              <a:t>  - JUnit</a:t>
            </a:r>
          </a:p>
          <a:p>
            <a:r>
              <a:rPr lang="en-ZA" sz="2400" dirty="0">
                <a:latin typeface="Montserrat" pitchFamily="2" charset="0"/>
              </a:rPr>
              <a:t>  - Blue Ocean</a:t>
            </a:r>
          </a:p>
          <a:p>
            <a:r>
              <a:rPr lang="en-ZA" sz="2400" dirty="0">
                <a:latin typeface="Montserrat" pitchFamily="2" charset="0"/>
              </a:rPr>
              <a:t>- Installation </a:t>
            </a:r>
            <a:r>
              <a:rPr lang="en-ZA" sz="2400" dirty="0" err="1">
                <a:latin typeface="Montserrat" pitchFamily="2" charset="0"/>
              </a:rPr>
              <a:t>depuis</a:t>
            </a:r>
            <a:r>
              <a:rPr lang="en-ZA" sz="2400" dirty="0">
                <a:latin typeface="Montserrat" pitchFamily="2" charset="0"/>
              </a:rPr>
              <a:t> Manage Jenkins → Manage Plugins</a:t>
            </a:r>
          </a:p>
          <a:p>
            <a:r>
              <a:rPr lang="en-ZA" sz="2400" dirty="0">
                <a:latin typeface="Montserrat" pitchFamily="2" charset="0"/>
              </a:rPr>
              <a:t>- Mises à jour </a:t>
            </a:r>
            <a:r>
              <a:rPr lang="en-ZA" sz="2400" dirty="0" err="1">
                <a:latin typeface="Montserrat" pitchFamily="2" charset="0"/>
              </a:rPr>
              <a:t>régulières</a:t>
            </a:r>
            <a:r>
              <a:rPr lang="en-ZA" sz="2400" dirty="0">
                <a:latin typeface="Montserrat" pitchFamily="2" charset="0"/>
              </a:rPr>
              <a:t> pour </a:t>
            </a:r>
            <a:r>
              <a:rPr lang="en-ZA" sz="2400" dirty="0" err="1">
                <a:latin typeface="Montserrat" pitchFamily="2" charset="0"/>
              </a:rPr>
              <a:t>compatibilité</a:t>
            </a:r>
            <a:r>
              <a:rPr lang="en-ZA" sz="2400" dirty="0">
                <a:latin typeface="Montserrat" pitchFamily="2" charset="0"/>
              </a:rPr>
              <a:t> et </a:t>
            </a:r>
            <a:r>
              <a:rPr lang="en-ZA" sz="2400" dirty="0" err="1">
                <a:latin typeface="Montserrat" pitchFamily="2" charset="0"/>
              </a:rPr>
              <a:t>sécurité</a:t>
            </a:r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3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9573C5-CA8A-CCAF-49DC-4C53AEA6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ZA"/>
              <a:t>Propriétés</a:t>
            </a:r>
            <a:r>
              <a:rPr lang="en-ZA" dirty="0"/>
              <a:t> </a:t>
            </a:r>
            <a:r>
              <a:rPr lang="en-ZA"/>
              <a:t>globales</a:t>
            </a:r>
            <a:endParaRPr lang="en-Z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4127FD-910B-77F6-8C8B-22E3D84A6F61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Configuration centrale Jenkins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Définir les outils utilisés par tous les pipelines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JDK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Maven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</a:t>
            </a:r>
            <a:r>
              <a:rPr lang="fr-FR" sz="2800" spc="-20" dirty="0" err="1">
                <a:latin typeface="Montserrat" pitchFamily="2" charset="0"/>
              </a:rPr>
              <a:t>NodeJS</a:t>
            </a:r>
            <a:endParaRPr lang="fr-FR" sz="28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Docker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Gestion des variables globales pour standardisation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Exemple : `JAVA_HOME`, `MAVEN_HOME`</a:t>
            </a:r>
          </a:p>
        </p:txBody>
      </p:sp>
    </p:spTree>
    <p:extLst>
      <p:ext uri="{BB962C8B-B14F-4D97-AF65-F5344CB8AC3E}">
        <p14:creationId xmlns:p14="http://schemas.microsoft.com/office/powerpoint/2010/main" val="379026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7E713-E251-7F4E-4AE7-B90A14371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ZA"/>
              <a:t>Paramètres</a:t>
            </a:r>
            <a:r>
              <a:rPr lang="en-ZA" dirty="0"/>
              <a:t> de pipeline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18407C2-05AB-72C9-B9B3-41B07510E4E8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Permettent de rendre un pipeline dynamique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Exemples de types de paramètres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  - String, Boolean, </a:t>
            </a:r>
            <a:r>
              <a:rPr lang="fr-FR" sz="1200" spc="-20" dirty="0" err="1">
                <a:latin typeface="Montserrat" pitchFamily="2" charset="0"/>
              </a:rPr>
              <a:t>Choice</a:t>
            </a:r>
            <a:r>
              <a:rPr lang="fr-FR" sz="1200" spc="-20" dirty="0">
                <a:latin typeface="Montserrat" pitchFamily="2" charset="0"/>
              </a:rPr>
              <a:t>, </a:t>
            </a:r>
            <a:r>
              <a:rPr lang="fr-FR" sz="1200" spc="-20" dirty="0" err="1">
                <a:latin typeface="Montserrat" pitchFamily="2" charset="0"/>
              </a:rPr>
              <a:t>Credentials</a:t>
            </a: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Définition dans </a:t>
            </a:r>
            <a:r>
              <a:rPr lang="fr-FR" sz="1200" spc="-20" dirty="0" err="1">
                <a:latin typeface="Montserrat" pitchFamily="2" charset="0"/>
              </a:rPr>
              <a:t>Jenkinsfile</a:t>
            </a:r>
            <a:r>
              <a:rPr lang="fr-FR" sz="1200" spc="-20" dirty="0">
                <a:latin typeface="Montserrat" pitchFamily="2" charset="0"/>
              </a:rPr>
              <a:t>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100" b="1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100" b="1" spc="-20" dirty="0" err="1">
                <a:latin typeface="Montserrat" pitchFamily="2" charset="0"/>
              </a:rPr>
              <a:t>parameters</a:t>
            </a:r>
            <a:r>
              <a:rPr lang="fr-FR" sz="1100" b="1" spc="-20" dirty="0">
                <a:latin typeface="Montserrat" pitchFamily="2" charset="0"/>
              </a:rPr>
              <a:t> {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100" b="1" spc="-20" dirty="0">
                <a:latin typeface="Montserrat" pitchFamily="2" charset="0"/>
              </a:rPr>
              <a:t>  string(</a:t>
            </a:r>
            <a:r>
              <a:rPr lang="fr-FR" sz="1100" b="1" spc="-20" dirty="0" err="1">
                <a:latin typeface="Montserrat" pitchFamily="2" charset="0"/>
              </a:rPr>
              <a:t>name</a:t>
            </a:r>
            <a:r>
              <a:rPr lang="fr-FR" sz="1100" b="1" spc="-20" dirty="0">
                <a:latin typeface="Montserrat" pitchFamily="2" charset="0"/>
              </a:rPr>
              <a:t>: 'ENV', </a:t>
            </a:r>
            <a:r>
              <a:rPr lang="fr-FR" sz="1100" b="1" spc="-20" dirty="0" err="1">
                <a:latin typeface="Montserrat" pitchFamily="2" charset="0"/>
              </a:rPr>
              <a:t>defaultValue</a:t>
            </a:r>
            <a:r>
              <a:rPr lang="fr-FR" sz="1100" b="1" spc="-20" dirty="0">
                <a:latin typeface="Montserrat" pitchFamily="2" charset="0"/>
              </a:rPr>
              <a:t>: 'dev', description: 'Environnement cible')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100" b="1" spc="-20" dirty="0">
                <a:latin typeface="Montserrat" pitchFamily="2" charset="0"/>
              </a:rPr>
              <a:t>  </a:t>
            </a:r>
            <a:r>
              <a:rPr lang="fr-FR" sz="1100" b="1" spc="-20" dirty="0" err="1">
                <a:latin typeface="Montserrat" pitchFamily="2" charset="0"/>
              </a:rPr>
              <a:t>booleanParam</a:t>
            </a:r>
            <a:r>
              <a:rPr lang="fr-FR" sz="1100" b="1" spc="-20" dirty="0">
                <a:latin typeface="Montserrat" pitchFamily="2" charset="0"/>
              </a:rPr>
              <a:t>(</a:t>
            </a:r>
            <a:r>
              <a:rPr lang="fr-FR" sz="1100" b="1" spc="-20" dirty="0" err="1">
                <a:latin typeface="Montserrat" pitchFamily="2" charset="0"/>
              </a:rPr>
              <a:t>name</a:t>
            </a:r>
            <a:r>
              <a:rPr lang="fr-FR" sz="1100" b="1" spc="-20" dirty="0">
                <a:latin typeface="Montserrat" pitchFamily="2" charset="0"/>
              </a:rPr>
              <a:t>: 'RUN_TESTS', </a:t>
            </a:r>
            <a:r>
              <a:rPr lang="fr-FR" sz="1100" b="1" spc="-20" dirty="0" err="1">
                <a:latin typeface="Montserrat" pitchFamily="2" charset="0"/>
              </a:rPr>
              <a:t>defaultValue</a:t>
            </a:r>
            <a:r>
              <a:rPr lang="fr-FR" sz="1100" b="1" spc="-20" dirty="0">
                <a:latin typeface="Montserrat" pitchFamily="2" charset="0"/>
              </a:rPr>
              <a:t>: </a:t>
            </a:r>
            <a:r>
              <a:rPr lang="fr-FR" sz="1100" b="1" spc="-20" dirty="0" err="1">
                <a:latin typeface="Montserrat" pitchFamily="2" charset="0"/>
              </a:rPr>
              <a:t>true</a:t>
            </a:r>
            <a:r>
              <a:rPr lang="fr-FR" sz="1100" b="1" spc="-20" dirty="0">
                <a:latin typeface="Montserrat" pitchFamily="2" charset="0"/>
              </a:rPr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100" b="1" spc="-20" dirty="0">
                <a:latin typeface="Montserrat" pitchFamily="2" charset="0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Utilisation dans les </a:t>
            </a:r>
            <a:r>
              <a:rPr lang="fr-FR" sz="1200" spc="-20" dirty="0" err="1">
                <a:latin typeface="Montserrat" pitchFamily="2" charset="0"/>
              </a:rPr>
              <a:t>steps</a:t>
            </a:r>
            <a:r>
              <a:rPr lang="fr-FR" sz="1200" spc="-20" dirty="0">
                <a:latin typeface="Montserrat" pitchFamily="2" charset="0"/>
              </a:rPr>
              <a:t>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100" b="1" spc="-20" dirty="0">
                <a:latin typeface="Montserrat" pitchFamily="2" charset="0"/>
              </a:rPr>
              <a:t>if (</a:t>
            </a:r>
            <a:r>
              <a:rPr lang="fr-FR" sz="1100" b="1" spc="-20" dirty="0" err="1">
                <a:latin typeface="Montserrat" pitchFamily="2" charset="0"/>
              </a:rPr>
              <a:t>params.RUN_TESTS</a:t>
            </a:r>
            <a:r>
              <a:rPr lang="fr-FR" sz="1100" b="1" spc="-20" dirty="0">
                <a:latin typeface="Montserrat" pitchFamily="2" charset="0"/>
              </a:rPr>
              <a:t>) { sh '</a:t>
            </a:r>
            <a:r>
              <a:rPr lang="fr-FR" sz="1100" b="1" spc="-20" dirty="0" err="1">
                <a:latin typeface="Montserrat" pitchFamily="2" charset="0"/>
              </a:rPr>
              <a:t>mvn</a:t>
            </a:r>
            <a:r>
              <a:rPr lang="fr-FR" sz="1100" b="1" spc="-20" dirty="0">
                <a:latin typeface="Montserrat" pitchFamily="2" charset="0"/>
              </a:rPr>
              <a:t> test' }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09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F7F379-6FD1-84FC-9565-7C302283A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ZA" dirty="0"/>
              <a:t>Variables </a:t>
            </a:r>
            <a:r>
              <a:rPr lang="en-ZA"/>
              <a:t>d’environnement</a:t>
            </a:r>
            <a:endParaRPr lang="en-Z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83365E-B1FE-972B-94F6-C7B56ED4938C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Définir des variables globales pour le pipeline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b="1" spc="-20" dirty="0" err="1">
                <a:latin typeface="Montserrat" pitchFamily="2" charset="0"/>
              </a:rPr>
              <a:t>environment</a:t>
            </a:r>
            <a:r>
              <a:rPr lang="fr-FR" sz="1200" b="1" spc="-20" dirty="0">
                <a:latin typeface="Montserrat" pitchFamily="2" charset="0"/>
              </a:rPr>
              <a:t> {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b="1" spc="-20" dirty="0">
                <a:latin typeface="Montserrat" pitchFamily="2" charset="0"/>
              </a:rPr>
              <a:t>  VERSION = "1.0.0"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b="1" spc="-20" dirty="0">
                <a:latin typeface="Montserrat" pitchFamily="2" charset="0"/>
              </a:rPr>
              <a:t>  DEPLOY_ENV = "dev"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b="1" spc="-20" dirty="0">
                <a:latin typeface="Montserrat" pitchFamily="2" charset="0"/>
              </a:rPr>
              <a:t>}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Accès dans les </a:t>
            </a:r>
            <a:r>
              <a:rPr lang="fr-FR" sz="1200" spc="-20" dirty="0" err="1">
                <a:latin typeface="Montserrat" pitchFamily="2" charset="0"/>
              </a:rPr>
              <a:t>steps</a:t>
            </a:r>
            <a:r>
              <a:rPr lang="fr-FR" sz="1200" spc="-20" dirty="0">
                <a:latin typeface="Montserrat" pitchFamily="2" charset="0"/>
              </a:rPr>
              <a:t>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b="1" spc="-20" dirty="0" err="1">
                <a:latin typeface="Montserrat" pitchFamily="2" charset="0"/>
              </a:rPr>
              <a:t>echo</a:t>
            </a:r>
            <a:r>
              <a:rPr lang="fr-FR" sz="1200" b="1" spc="-20" dirty="0">
                <a:latin typeface="Montserrat" pitchFamily="2" charset="0"/>
              </a:rPr>
              <a:t> "</a:t>
            </a:r>
            <a:r>
              <a:rPr lang="fr-FR" sz="1200" b="1" spc="-20" dirty="0" err="1">
                <a:latin typeface="Montserrat" pitchFamily="2" charset="0"/>
              </a:rPr>
              <a:t>Deploying</a:t>
            </a:r>
            <a:r>
              <a:rPr lang="fr-FR" sz="1200" b="1" spc="-20" dirty="0">
                <a:latin typeface="Montserrat" pitchFamily="2" charset="0"/>
              </a:rPr>
              <a:t> version ${</a:t>
            </a:r>
            <a:r>
              <a:rPr lang="fr-FR" sz="1200" b="1" spc="-20" dirty="0" err="1">
                <a:latin typeface="Montserrat" pitchFamily="2" charset="0"/>
              </a:rPr>
              <a:t>env.VERSION</a:t>
            </a:r>
            <a:r>
              <a:rPr lang="fr-FR" sz="1200" b="1" spc="-20" dirty="0">
                <a:latin typeface="Montserrat" pitchFamily="2" charset="0"/>
              </a:rPr>
              <a:t>} to ${</a:t>
            </a:r>
            <a:r>
              <a:rPr lang="fr-FR" sz="1200" b="1" spc="-20" dirty="0" err="1">
                <a:latin typeface="Montserrat" pitchFamily="2" charset="0"/>
              </a:rPr>
              <a:t>env.DEPLOY_ENV</a:t>
            </a:r>
            <a:r>
              <a:rPr lang="fr-FR" sz="1200" b="1" spc="-20" dirty="0">
                <a:latin typeface="Montserrat" pitchFamily="2" charset="0"/>
              </a:rPr>
              <a:t>}"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1200" spc="-20" dirty="0">
                <a:latin typeface="Montserrat" pitchFamily="2" charset="0"/>
              </a:rPr>
              <a:t>- Combine avec les paramètres pour pipelines dynamiques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endParaRPr lang="fr-FR" sz="1200" spc="-2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64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2E646-E17E-9075-B349-393C25E5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Artefacts et </a:t>
            </a:r>
            <a:r>
              <a:rPr lang="en-ZA" dirty="0" err="1"/>
              <a:t>empreintes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48E291-4FC9-097E-DF0C-06FB4DDAB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900" dirty="0">
                <a:latin typeface="Montserrat" pitchFamily="2" charset="0"/>
              </a:rPr>
              <a:t>- Archive </a:t>
            </a:r>
            <a:r>
              <a:rPr lang="fr-FR" sz="1900" dirty="0" err="1">
                <a:latin typeface="Montserrat" pitchFamily="2" charset="0"/>
              </a:rPr>
              <a:t>artifacts</a:t>
            </a:r>
            <a:r>
              <a:rPr lang="fr-FR" sz="1900" dirty="0">
                <a:latin typeface="Montserrat" pitchFamily="2" charset="0"/>
              </a:rPr>
              <a:t> : conserver les fichiers générés</a:t>
            </a:r>
          </a:p>
          <a:p>
            <a:pPr>
              <a:spcAft>
                <a:spcPts val="600"/>
              </a:spcAft>
            </a:pPr>
            <a:endParaRPr lang="fr-FR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1900" dirty="0" err="1">
                <a:latin typeface="Montserrat" pitchFamily="2" charset="0"/>
              </a:rPr>
              <a:t>archiveArtifacts</a:t>
            </a:r>
            <a:r>
              <a:rPr lang="fr-FR" sz="1900" dirty="0">
                <a:latin typeface="Montserrat" pitchFamily="2" charset="0"/>
              </a:rPr>
              <a:t> </a:t>
            </a:r>
            <a:r>
              <a:rPr lang="fr-FR" sz="1900" dirty="0" err="1">
                <a:latin typeface="Montserrat" pitchFamily="2" charset="0"/>
              </a:rPr>
              <a:t>artifacts</a:t>
            </a:r>
            <a:r>
              <a:rPr lang="fr-FR" sz="1900" dirty="0">
                <a:latin typeface="Montserrat" pitchFamily="2" charset="0"/>
              </a:rPr>
              <a:t>: '</a:t>
            </a:r>
            <a:r>
              <a:rPr lang="fr-FR" sz="1900" dirty="0" err="1">
                <a:latin typeface="Montserrat" pitchFamily="2" charset="0"/>
              </a:rPr>
              <a:t>target</a:t>
            </a:r>
            <a:r>
              <a:rPr lang="fr-FR" sz="1900" dirty="0">
                <a:latin typeface="Montserrat" pitchFamily="2" charset="0"/>
              </a:rPr>
              <a:t>/*.jar', </a:t>
            </a:r>
            <a:r>
              <a:rPr lang="fr-FR" sz="1900" dirty="0" err="1">
                <a:latin typeface="Montserrat" pitchFamily="2" charset="0"/>
              </a:rPr>
              <a:t>fingerprint</a:t>
            </a:r>
            <a:r>
              <a:rPr lang="fr-FR" sz="1900" dirty="0">
                <a:latin typeface="Montserrat" pitchFamily="2" charset="0"/>
              </a:rPr>
              <a:t>: </a:t>
            </a:r>
            <a:r>
              <a:rPr lang="fr-FR" sz="1900" dirty="0" err="1">
                <a:latin typeface="Montserrat" pitchFamily="2" charset="0"/>
              </a:rPr>
              <a:t>true</a:t>
            </a:r>
            <a:endParaRPr lang="fr-FR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fr-FR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1900" dirty="0">
                <a:latin typeface="Montserrat" pitchFamily="2" charset="0"/>
              </a:rPr>
              <a:t>- </a:t>
            </a:r>
            <a:r>
              <a:rPr lang="fr-FR" sz="1900" dirty="0" err="1">
                <a:latin typeface="Montserrat" pitchFamily="2" charset="0"/>
              </a:rPr>
              <a:t>Fingerprints</a:t>
            </a:r>
            <a:r>
              <a:rPr lang="fr-FR" sz="1900" dirty="0">
                <a:latin typeface="Montserrat" pitchFamily="2" charset="0"/>
              </a:rPr>
              <a:t> :</a:t>
            </a:r>
          </a:p>
          <a:p>
            <a:pPr>
              <a:spcAft>
                <a:spcPts val="600"/>
              </a:spcAft>
            </a:pPr>
            <a:r>
              <a:rPr lang="fr-FR" sz="1900" dirty="0">
                <a:latin typeface="Montserrat" pitchFamily="2" charset="0"/>
              </a:rPr>
              <a:t>  - Permettent de suivre un artefact entre jobs</a:t>
            </a:r>
          </a:p>
          <a:p>
            <a:pPr>
              <a:spcAft>
                <a:spcPts val="600"/>
              </a:spcAft>
            </a:pPr>
            <a:r>
              <a:rPr lang="fr-FR" sz="1900" dirty="0">
                <a:latin typeface="Montserrat" pitchFamily="2" charset="0"/>
              </a:rPr>
              <a:t>  - Utile pour audit et traçabilité</a:t>
            </a:r>
          </a:p>
          <a:p>
            <a:pPr>
              <a:spcAft>
                <a:spcPts val="600"/>
              </a:spcAft>
            </a:pPr>
            <a:r>
              <a:rPr lang="fr-FR" sz="1900" dirty="0">
                <a:latin typeface="Montserrat" pitchFamily="2" charset="0"/>
              </a:rPr>
              <a:t>- Exemple pratique : vérifier que le même artefact est déployé en dev, test, prod</a:t>
            </a:r>
          </a:p>
          <a:p>
            <a:pPr>
              <a:spcAft>
                <a:spcPts val="600"/>
              </a:spcAft>
            </a:pPr>
            <a:endParaRPr lang="fr-FR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9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83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838ED3-0E21-D682-B621-1F0005951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Credentials (Secrets)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0781A8-8552-1BEC-B5FA-A3EB97D63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700" dirty="0">
                <a:latin typeface="Montserrat" pitchFamily="2" charset="0"/>
              </a:rPr>
              <a:t>- Stocker de manière </a:t>
            </a:r>
            <a:r>
              <a:rPr lang="en-ZA" sz="1700" dirty="0" err="1">
                <a:latin typeface="Montserrat" pitchFamily="2" charset="0"/>
              </a:rPr>
              <a:t>sécurisée</a:t>
            </a:r>
            <a:r>
              <a:rPr lang="en-ZA" sz="1700" dirty="0">
                <a:latin typeface="Montserrat" pitchFamily="2" charset="0"/>
              </a:rPr>
              <a:t> :</a:t>
            </a:r>
          </a:p>
          <a:p>
            <a:pPr>
              <a:spcAft>
                <a:spcPts val="600"/>
              </a:spcAft>
            </a:pPr>
            <a:r>
              <a:rPr lang="en-ZA" sz="1700" dirty="0">
                <a:latin typeface="Montserrat" pitchFamily="2" charset="0"/>
              </a:rPr>
              <a:t>  - Mot de passe, token, </a:t>
            </a:r>
            <a:r>
              <a:rPr lang="en-ZA" sz="1700" dirty="0" err="1">
                <a:latin typeface="Montserrat" pitchFamily="2" charset="0"/>
              </a:rPr>
              <a:t>clé</a:t>
            </a:r>
            <a:r>
              <a:rPr lang="en-ZA" sz="1700" dirty="0">
                <a:latin typeface="Montserrat" pitchFamily="2" charset="0"/>
              </a:rPr>
              <a:t> SSH</a:t>
            </a:r>
          </a:p>
          <a:p>
            <a:pPr>
              <a:spcAft>
                <a:spcPts val="600"/>
              </a:spcAft>
            </a:pPr>
            <a:r>
              <a:rPr lang="en-ZA" sz="1700" dirty="0">
                <a:latin typeface="Montserrat" pitchFamily="2" charset="0"/>
              </a:rPr>
              <a:t>- Plugin Credentials Binding</a:t>
            </a:r>
          </a:p>
          <a:p>
            <a:pPr>
              <a:spcAft>
                <a:spcPts val="600"/>
              </a:spcAft>
            </a:pPr>
            <a:r>
              <a:rPr lang="en-ZA" sz="1700" dirty="0">
                <a:latin typeface="Montserrat" pitchFamily="2" charset="0"/>
              </a:rPr>
              <a:t>- Utilisation :</a:t>
            </a:r>
          </a:p>
          <a:p>
            <a:pPr>
              <a:spcAft>
                <a:spcPts val="600"/>
              </a:spcAft>
            </a:pPr>
            <a:r>
              <a:rPr lang="en-ZA" sz="1400" b="1" dirty="0" err="1">
                <a:latin typeface="Montserrat" pitchFamily="2" charset="0"/>
              </a:rPr>
              <a:t>withCredentials</a:t>
            </a:r>
            <a:r>
              <a:rPr lang="en-ZA" sz="1400" b="1" dirty="0">
                <a:latin typeface="Montserrat" pitchFamily="2" charset="0"/>
              </a:rPr>
              <a:t>([string(</a:t>
            </a:r>
            <a:r>
              <a:rPr lang="en-ZA" sz="1400" b="1" dirty="0" err="1">
                <a:latin typeface="Montserrat" pitchFamily="2" charset="0"/>
              </a:rPr>
              <a:t>credentialsId</a:t>
            </a:r>
            <a:r>
              <a:rPr lang="en-ZA" sz="1400" b="1" dirty="0">
                <a:latin typeface="Montserrat" pitchFamily="2" charset="0"/>
              </a:rPr>
              <a:t>: 'git-token', variable: 'TOKEN')]) {</a:t>
            </a:r>
          </a:p>
          <a:p>
            <a:pPr>
              <a:spcAft>
                <a:spcPts val="600"/>
              </a:spcAft>
            </a:pPr>
            <a:r>
              <a:rPr lang="en-ZA" sz="1400" b="1" dirty="0">
                <a:latin typeface="Montserrat" pitchFamily="2" charset="0"/>
              </a:rPr>
              <a:t>  </a:t>
            </a:r>
            <a:r>
              <a:rPr lang="en-ZA" sz="1400" b="1" dirty="0" err="1">
                <a:latin typeface="Montserrat" pitchFamily="2" charset="0"/>
              </a:rPr>
              <a:t>sh</a:t>
            </a:r>
            <a:r>
              <a:rPr lang="en-ZA" sz="1400" b="1" dirty="0">
                <a:latin typeface="Montserrat" pitchFamily="2" charset="0"/>
              </a:rPr>
              <a:t> 'curl -H "PRIVATE-TOKEN:$TOKEN" https://gitlab.com/</a:t>
            </a:r>
            <a:r>
              <a:rPr lang="en-ZA" sz="1400" b="1" dirty="0" err="1">
                <a:latin typeface="Montserrat" pitchFamily="2" charset="0"/>
              </a:rPr>
              <a:t>api</a:t>
            </a:r>
            <a:r>
              <a:rPr lang="en-ZA" sz="1400" b="1" dirty="0">
                <a:latin typeface="Montserrat" pitchFamily="2" charset="0"/>
              </a:rPr>
              <a:t>/...'</a:t>
            </a:r>
          </a:p>
          <a:p>
            <a:pPr>
              <a:spcAft>
                <a:spcPts val="600"/>
              </a:spcAft>
            </a:pPr>
            <a:r>
              <a:rPr lang="en-ZA" sz="14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ZA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700" dirty="0">
                <a:latin typeface="Montserrat" pitchFamily="2" charset="0"/>
              </a:rPr>
              <a:t>- </a:t>
            </a:r>
            <a:r>
              <a:rPr lang="en-ZA" sz="1700" dirty="0" err="1">
                <a:latin typeface="Montserrat" pitchFamily="2" charset="0"/>
              </a:rPr>
              <a:t>Sécurité</a:t>
            </a:r>
            <a:r>
              <a:rPr lang="en-ZA" sz="1700" dirty="0">
                <a:latin typeface="Montserrat" pitchFamily="2" charset="0"/>
              </a:rPr>
              <a:t> : jamais stocker </a:t>
            </a:r>
            <a:r>
              <a:rPr lang="en-ZA" sz="1700" dirty="0" err="1">
                <a:latin typeface="Montserrat" pitchFamily="2" charset="0"/>
              </a:rPr>
              <a:t>en</a:t>
            </a:r>
            <a:r>
              <a:rPr lang="en-ZA" sz="1700" dirty="0">
                <a:latin typeface="Montserrat" pitchFamily="2" charset="0"/>
              </a:rPr>
              <a:t> </a:t>
            </a:r>
            <a:r>
              <a:rPr lang="en-ZA" sz="1700" dirty="0" err="1">
                <a:latin typeface="Montserrat" pitchFamily="2" charset="0"/>
              </a:rPr>
              <a:t>clair</a:t>
            </a:r>
            <a:r>
              <a:rPr lang="en-ZA" sz="1700" dirty="0">
                <a:latin typeface="Montserrat" pitchFamily="2" charset="0"/>
              </a:rPr>
              <a:t> dans le </a:t>
            </a:r>
            <a:r>
              <a:rPr lang="en-ZA" sz="1700" dirty="0" err="1">
                <a:latin typeface="Montserrat" pitchFamily="2" charset="0"/>
              </a:rPr>
              <a:t>Jenkinsfile</a:t>
            </a:r>
            <a:endParaRPr lang="en-ZA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10A0D7-9520-1E4E-B9A6-3EC68A3A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Relations entre jobs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51B2B1-0FD3-8C6E-4D14-42B0E9D90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- Triggers pour </a:t>
            </a:r>
            <a:r>
              <a:rPr lang="en-ZA" sz="2300" dirty="0" err="1">
                <a:latin typeface="Montserrat" pitchFamily="2" charset="0"/>
              </a:rPr>
              <a:t>enchaîner</a:t>
            </a:r>
            <a:r>
              <a:rPr lang="en-ZA" sz="2300" dirty="0">
                <a:latin typeface="Montserrat" pitchFamily="2" charset="0"/>
              </a:rPr>
              <a:t> jobs :</a:t>
            </a:r>
          </a:p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  - `Build other projects`</a:t>
            </a:r>
          </a:p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  - Pipeline `build job('job-name')`</a:t>
            </a:r>
          </a:p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- Transmission de </a:t>
            </a:r>
            <a:r>
              <a:rPr lang="en-ZA" sz="2300" dirty="0" err="1">
                <a:latin typeface="Montserrat" pitchFamily="2" charset="0"/>
              </a:rPr>
              <a:t>paramètres</a:t>
            </a:r>
            <a:r>
              <a:rPr lang="en-ZA" sz="2300" dirty="0">
                <a:latin typeface="Montserrat" pitchFamily="2" charset="0"/>
              </a:rPr>
              <a:t> entre jobs</a:t>
            </a:r>
          </a:p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- </a:t>
            </a:r>
            <a:r>
              <a:rPr lang="en-ZA" sz="2300" dirty="0" err="1">
                <a:latin typeface="Montserrat" pitchFamily="2" charset="0"/>
              </a:rPr>
              <a:t>Exemple</a:t>
            </a:r>
            <a:r>
              <a:rPr lang="en-ZA" sz="2300" dirty="0">
                <a:latin typeface="Montserrat" pitchFamily="2" charset="0"/>
              </a:rPr>
              <a:t> :</a:t>
            </a:r>
          </a:p>
          <a:p>
            <a:pPr>
              <a:spcAft>
                <a:spcPts val="600"/>
              </a:spcAft>
            </a:pPr>
            <a:r>
              <a:rPr lang="en-ZA" sz="2300" dirty="0">
                <a:latin typeface="Montserrat" pitchFamily="2" charset="0"/>
              </a:rPr>
              <a:t>build job: 'Deploy', parameters: [string(name: 'VERSION', value: '1.0.0')]</a:t>
            </a:r>
          </a:p>
          <a:p>
            <a:pPr>
              <a:spcAft>
                <a:spcPts val="600"/>
              </a:spcAft>
            </a:pPr>
            <a:endParaRPr lang="en-ZA" sz="23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2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A7161-8457-63D2-1889-3AC514CF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Gestion des </a:t>
            </a:r>
            <a:r>
              <a:rPr lang="en-ZA" dirty="0" err="1"/>
              <a:t>erreurs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20BF0F-969E-F2C7-CA47-CF10C6AF5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900" dirty="0">
                <a:latin typeface="Montserrat" pitchFamily="2" charset="0"/>
              </a:rPr>
              <a:t>- Actions post-build </a:t>
            </a:r>
            <a:r>
              <a:rPr lang="en-ZA" sz="1900" dirty="0" err="1">
                <a:latin typeface="Montserrat" pitchFamily="2" charset="0"/>
              </a:rPr>
              <a:t>selon</a:t>
            </a:r>
            <a:r>
              <a:rPr lang="en-ZA" sz="1900" dirty="0">
                <a:latin typeface="Montserrat" pitchFamily="2" charset="0"/>
              </a:rPr>
              <a:t> le </a:t>
            </a:r>
            <a:r>
              <a:rPr lang="en-ZA" sz="1900" dirty="0" err="1">
                <a:latin typeface="Montserrat" pitchFamily="2" charset="0"/>
              </a:rPr>
              <a:t>résultat</a:t>
            </a: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post {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  success { echo 'Pipeline succeeded!' }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  failure { mail to: 'ops@gfp.fr', subject: 'Build failed', body: 'Check Jenkins' }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  always { </a:t>
            </a:r>
            <a:r>
              <a:rPr lang="en-ZA" sz="1600" b="1" dirty="0" err="1">
                <a:latin typeface="Montserrat" pitchFamily="2" charset="0"/>
              </a:rPr>
              <a:t>cleanWs</a:t>
            </a:r>
            <a:r>
              <a:rPr lang="en-ZA" sz="1600" b="1" dirty="0">
                <a:latin typeface="Montserrat" pitchFamily="2" charset="0"/>
              </a:rPr>
              <a:t>() }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900" dirty="0">
                <a:latin typeface="Montserrat" pitchFamily="2" charset="0"/>
              </a:rPr>
              <a:t>- </a:t>
            </a:r>
            <a:r>
              <a:rPr lang="en-ZA" sz="1900" dirty="0" err="1">
                <a:latin typeface="Montserrat" pitchFamily="2" charset="0"/>
              </a:rPr>
              <a:t>Permet</a:t>
            </a:r>
            <a:r>
              <a:rPr lang="en-ZA" sz="1900" dirty="0">
                <a:latin typeface="Montserrat" pitchFamily="2" charset="0"/>
              </a:rPr>
              <a:t> notifications et </a:t>
            </a:r>
            <a:r>
              <a:rPr lang="en-ZA" sz="1900" dirty="0" err="1">
                <a:latin typeface="Montserrat" pitchFamily="2" charset="0"/>
              </a:rPr>
              <a:t>nettoyage</a:t>
            </a:r>
            <a:r>
              <a:rPr lang="en-ZA" sz="1900" dirty="0">
                <a:latin typeface="Montserrat" pitchFamily="2" charset="0"/>
              </a:rPr>
              <a:t> </a:t>
            </a:r>
            <a:r>
              <a:rPr lang="en-ZA" sz="1900" dirty="0" err="1">
                <a:latin typeface="Montserrat" pitchFamily="2" charset="0"/>
              </a:rPr>
              <a:t>automatisé</a:t>
            </a: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9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3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0BB27-3A0B-9B30-9744-25B3FF5E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 err="1"/>
              <a:t>Parallélisation</a:t>
            </a:r>
            <a:r>
              <a:rPr lang="en-ZA" dirty="0"/>
              <a:t> des </a:t>
            </a:r>
            <a:r>
              <a:rPr lang="en-ZA" dirty="0" err="1"/>
              <a:t>tâches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8E15F-6E73-5942-0396-9101468E1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900" dirty="0" err="1">
                <a:latin typeface="Montserrat" pitchFamily="2" charset="0"/>
              </a:rPr>
              <a:t>Exécuter</a:t>
            </a:r>
            <a:r>
              <a:rPr lang="en-ZA" sz="1900" dirty="0">
                <a:latin typeface="Montserrat" pitchFamily="2" charset="0"/>
              </a:rPr>
              <a:t> </a:t>
            </a:r>
            <a:r>
              <a:rPr lang="en-ZA" sz="1900" dirty="0" err="1">
                <a:latin typeface="Montserrat" pitchFamily="2" charset="0"/>
              </a:rPr>
              <a:t>plusieurs</a:t>
            </a:r>
            <a:r>
              <a:rPr lang="en-ZA" sz="1900" dirty="0">
                <a:latin typeface="Montserrat" pitchFamily="2" charset="0"/>
              </a:rPr>
              <a:t> étapes </a:t>
            </a:r>
            <a:r>
              <a:rPr lang="en-ZA" sz="1900" dirty="0" err="1">
                <a:latin typeface="Montserrat" pitchFamily="2" charset="0"/>
              </a:rPr>
              <a:t>en</a:t>
            </a:r>
            <a:r>
              <a:rPr lang="en-ZA" sz="1900" dirty="0">
                <a:latin typeface="Montserrat" pitchFamily="2" charset="0"/>
              </a:rPr>
              <a:t> </a:t>
            </a:r>
            <a:r>
              <a:rPr lang="en-ZA" sz="1900" dirty="0" err="1">
                <a:latin typeface="Montserrat" pitchFamily="2" charset="0"/>
              </a:rPr>
              <a:t>même</a:t>
            </a:r>
            <a:r>
              <a:rPr lang="en-ZA" sz="1900" dirty="0">
                <a:latin typeface="Montserrat" pitchFamily="2" charset="0"/>
              </a:rPr>
              <a:t> temps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parallel {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  </a:t>
            </a:r>
            <a:r>
              <a:rPr lang="en-ZA" sz="1600" b="1" dirty="0" err="1">
                <a:latin typeface="Montserrat" pitchFamily="2" charset="0"/>
              </a:rPr>
              <a:t>unitTests</a:t>
            </a:r>
            <a:r>
              <a:rPr lang="en-ZA" sz="1600" b="1" dirty="0">
                <a:latin typeface="Montserrat" pitchFamily="2" charset="0"/>
              </a:rPr>
              <a:t> { </a:t>
            </a:r>
            <a:r>
              <a:rPr lang="en-ZA" sz="1600" b="1" dirty="0" err="1">
                <a:latin typeface="Montserrat" pitchFamily="2" charset="0"/>
              </a:rPr>
              <a:t>sh</a:t>
            </a:r>
            <a:r>
              <a:rPr lang="en-ZA" sz="1600" b="1" dirty="0">
                <a:latin typeface="Montserrat" pitchFamily="2" charset="0"/>
              </a:rPr>
              <a:t> '</a:t>
            </a:r>
            <a:r>
              <a:rPr lang="en-ZA" sz="1600" b="1" dirty="0" err="1">
                <a:latin typeface="Montserrat" pitchFamily="2" charset="0"/>
              </a:rPr>
              <a:t>mvn</a:t>
            </a:r>
            <a:r>
              <a:rPr lang="en-ZA" sz="1600" b="1" dirty="0">
                <a:latin typeface="Montserrat" pitchFamily="2" charset="0"/>
              </a:rPr>
              <a:t> test' }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  </a:t>
            </a:r>
            <a:r>
              <a:rPr lang="en-ZA" sz="1600" b="1" dirty="0" err="1">
                <a:latin typeface="Montserrat" pitchFamily="2" charset="0"/>
              </a:rPr>
              <a:t>integrationTests</a:t>
            </a:r>
            <a:r>
              <a:rPr lang="en-ZA" sz="1600" b="1" dirty="0">
                <a:latin typeface="Montserrat" pitchFamily="2" charset="0"/>
              </a:rPr>
              <a:t> { </a:t>
            </a:r>
            <a:r>
              <a:rPr lang="en-ZA" sz="1600" b="1" dirty="0" err="1">
                <a:latin typeface="Montserrat" pitchFamily="2" charset="0"/>
              </a:rPr>
              <a:t>sh</a:t>
            </a:r>
            <a:r>
              <a:rPr lang="en-ZA" sz="1600" b="1" dirty="0">
                <a:latin typeface="Montserrat" pitchFamily="2" charset="0"/>
              </a:rPr>
              <a:t> '</a:t>
            </a:r>
            <a:r>
              <a:rPr lang="en-ZA" sz="1600" b="1" dirty="0" err="1">
                <a:latin typeface="Montserrat" pitchFamily="2" charset="0"/>
              </a:rPr>
              <a:t>mvn</a:t>
            </a:r>
            <a:r>
              <a:rPr lang="en-ZA" sz="1600" b="1" dirty="0">
                <a:latin typeface="Montserrat" pitchFamily="2" charset="0"/>
              </a:rPr>
              <a:t> verify' }</a:t>
            </a:r>
          </a:p>
          <a:p>
            <a:pPr>
              <a:spcAft>
                <a:spcPts val="600"/>
              </a:spcAft>
            </a:pPr>
            <a:r>
              <a:rPr lang="en-ZA" sz="16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ZA" sz="16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900" dirty="0">
                <a:latin typeface="Montserrat" pitchFamily="2" charset="0"/>
              </a:rPr>
              <a:t>- Optimisation des temps </a:t>
            </a:r>
            <a:r>
              <a:rPr lang="en-ZA" sz="1900" dirty="0" err="1">
                <a:latin typeface="Montserrat" pitchFamily="2" charset="0"/>
              </a:rPr>
              <a:t>d’exécution</a:t>
            </a:r>
            <a:endParaRPr lang="en-ZA" sz="19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900" dirty="0">
                <a:latin typeface="Montserrat" pitchFamily="2" charset="0"/>
              </a:rPr>
              <a:t>- Utile pour tests et builds multi-OS / multi-JDK</a:t>
            </a:r>
          </a:p>
          <a:p>
            <a:pPr>
              <a:spcAft>
                <a:spcPts val="600"/>
              </a:spcAft>
            </a:pPr>
            <a:endParaRPr lang="en-ZA" sz="19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40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5908B7-D818-C13B-5BDB-F1DC9CE9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Pipelines multi-</a:t>
            </a:r>
            <a:r>
              <a:rPr lang="en-ZA" dirty="0" err="1"/>
              <a:t>configurés</a:t>
            </a:r>
            <a:r>
              <a:rPr lang="en-ZA" dirty="0"/>
              <a:t> (Matrix)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97DF27-07B6-B794-D18C-1A91B0BFE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en-ZA" sz="1200" dirty="0" err="1">
                <a:latin typeface="Montserrat" pitchFamily="2" charset="0"/>
              </a:rPr>
              <a:t>Exécuter</a:t>
            </a:r>
            <a:r>
              <a:rPr lang="en-ZA" sz="1200" dirty="0">
                <a:latin typeface="Montserrat" pitchFamily="2" charset="0"/>
              </a:rPr>
              <a:t> pipeline pour </a:t>
            </a:r>
            <a:r>
              <a:rPr lang="en-ZA" sz="1200" dirty="0" err="1">
                <a:latin typeface="Montserrat" pitchFamily="2" charset="0"/>
              </a:rPr>
              <a:t>plusieurs</a:t>
            </a:r>
            <a:r>
              <a:rPr lang="en-ZA" sz="1200" dirty="0">
                <a:latin typeface="Montserrat" pitchFamily="2" charset="0"/>
              </a:rPr>
              <a:t> </a:t>
            </a:r>
            <a:r>
              <a:rPr lang="en-ZA" sz="1200" dirty="0" err="1">
                <a:latin typeface="Montserrat" pitchFamily="2" charset="0"/>
              </a:rPr>
              <a:t>combinaisons</a:t>
            </a:r>
            <a:endParaRPr lang="en-ZA" sz="1200" dirty="0">
              <a:latin typeface="Montserrat" pitchFamily="2" charset="0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endParaRPr lang="en-ZA" sz="12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matrix {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axes {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  axis {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    name 'OS'; values '</a:t>
            </a:r>
            <a:r>
              <a:rPr lang="en-ZA" sz="1200" b="1" dirty="0" err="1">
                <a:latin typeface="Montserrat" pitchFamily="2" charset="0"/>
              </a:rPr>
              <a:t>linux</a:t>
            </a:r>
            <a:r>
              <a:rPr lang="en-ZA" sz="1200" b="1" dirty="0">
                <a:latin typeface="Montserrat" pitchFamily="2" charset="0"/>
              </a:rPr>
              <a:t>','windows'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    axis { name 'JDK'; values '8','11' }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  }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}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stages { stage('Build') { steps { </a:t>
            </a:r>
            <a:r>
              <a:rPr lang="en-ZA" sz="1200" b="1" dirty="0" err="1">
                <a:latin typeface="Montserrat" pitchFamily="2" charset="0"/>
              </a:rPr>
              <a:t>sh</a:t>
            </a:r>
            <a:r>
              <a:rPr lang="en-ZA" sz="1200" b="1" dirty="0">
                <a:latin typeface="Montserrat" pitchFamily="2" charset="0"/>
              </a:rPr>
              <a:t> '</a:t>
            </a:r>
            <a:r>
              <a:rPr lang="en-ZA" sz="1200" b="1" dirty="0" err="1">
                <a:latin typeface="Montserrat" pitchFamily="2" charset="0"/>
              </a:rPr>
              <a:t>mvn</a:t>
            </a:r>
            <a:r>
              <a:rPr lang="en-ZA" sz="1200" b="1" dirty="0">
                <a:latin typeface="Montserrat" pitchFamily="2" charset="0"/>
              </a:rPr>
              <a:t> clean package' } } }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ZA" sz="12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200" dirty="0">
                <a:latin typeface="Montserrat" pitchFamily="2" charset="0"/>
              </a:rPr>
              <a:t>- Test cross-platform / multi-version</a:t>
            </a:r>
          </a:p>
          <a:p>
            <a:pPr>
              <a:spcAft>
                <a:spcPts val="600"/>
              </a:spcAft>
            </a:pPr>
            <a:endParaRPr lang="en-ZA" sz="12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55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50937-5775-18E2-29F4-7AE300F7E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 err="1"/>
              <a:t>Exécution</a:t>
            </a:r>
            <a:r>
              <a:rPr lang="en-ZA" dirty="0"/>
              <a:t> avec Docker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ACDEA6-2D71-4D8B-2530-08617B6B6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1700" dirty="0">
                <a:latin typeface="Montserrat" pitchFamily="2" charset="0"/>
              </a:rPr>
              <a:t>Utiliser un container comme agent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fr-FR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1400" b="1" dirty="0">
                <a:latin typeface="Montserrat" pitchFamily="2" charset="0"/>
              </a:rPr>
              <a:t>agent {</a:t>
            </a:r>
          </a:p>
          <a:p>
            <a:pPr>
              <a:spcAft>
                <a:spcPts val="600"/>
              </a:spcAft>
            </a:pPr>
            <a:r>
              <a:rPr lang="fr-FR" sz="1400" b="1" dirty="0">
                <a:latin typeface="Montserrat" pitchFamily="2" charset="0"/>
              </a:rPr>
              <a:t>  docker { image 'maven:3.9.6' }</a:t>
            </a:r>
          </a:p>
          <a:p>
            <a:pPr>
              <a:spcAft>
                <a:spcPts val="600"/>
              </a:spcAft>
            </a:pPr>
            <a:r>
              <a:rPr lang="fr-FR" sz="14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fr-FR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1700" dirty="0">
                <a:latin typeface="Montserrat" pitchFamily="2" charset="0"/>
              </a:rPr>
              <a:t>- Avantages :</a:t>
            </a:r>
          </a:p>
          <a:p>
            <a:pPr>
              <a:spcAft>
                <a:spcPts val="600"/>
              </a:spcAft>
            </a:pPr>
            <a:r>
              <a:rPr lang="fr-FR" sz="1700" dirty="0">
                <a:latin typeface="Montserrat" pitchFamily="2" charset="0"/>
              </a:rPr>
              <a:t>  - Isolation</a:t>
            </a:r>
          </a:p>
          <a:p>
            <a:pPr>
              <a:spcAft>
                <a:spcPts val="600"/>
              </a:spcAft>
            </a:pPr>
            <a:r>
              <a:rPr lang="fr-FR" sz="1700" dirty="0">
                <a:latin typeface="Montserrat" pitchFamily="2" charset="0"/>
              </a:rPr>
              <a:t>  - Environnement reproductible</a:t>
            </a:r>
          </a:p>
          <a:p>
            <a:pPr>
              <a:spcAft>
                <a:spcPts val="600"/>
              </a:spcAft>
            </a:pPr>
            <a:r>
              <a:rPr lang="fr-FR" sz="1700" dirty="0">
                <a:latin typeface="Montserrat" pitchFamily="2" charset="0"/>
              </a:rPr>
              <a:t>  - Pas besoin d’installer outils sur agent physique</a:t>
            </a:r>
          </a:p>
          <a:p>
            <a:pPr>
              <a:spcAft>
                <a:spcPts val="600"/>
              </a:spcAft>
            </a:pPr>
            <a:endParaRPr lang="fr-FR" sz="17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endParaRPr lang="en-ZA" sz="17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94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501A7-6866-DBB4-795C-FECE566D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Introduction aux Shared Libraries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9D1105-15AE-5E8E-48D2-3A02B2C24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</a:t>
            </a:r>
            <a:r>
              <a:rPr lang="en-ZA" sz="1400" dirty="0" err="1">
                <a:latin typeface="Montserrat" pitchFamily="2" charset="0"/>
              </a:rPr>
              <a:t>Réutilisation</a:t>
            </a:r>
            <a:r>
              <a:rPr lang="en-ZA" sz="1400" dirty="0">
                <a:latin typeface="Montserrat" pitchFamily="2" charset="0"/>
              </a:rPr>
              <a:t> de </a:t>
            </a:r>
            <a:r>
              <a:rPr lang="en-ZA" sz="1400" dirty="0" err="1">
                <a:latin typeface="Montserrat" pitchFamily="2" charset="0"/>
              </a:rPr>
              <a:t>fonctions</a:t>
            </a:r>
            <a:r>
              <a:rPr lang="en-ZA" sz="1400" dirty="0">
                <a:latin typeface="Montserrat" pitchFamily="2" charset="0"/>
              </a:rPr>
              <a:t> communes dans </a:t>
            </a:r>
            <a:r>
              <a:rPr lang="en-ZA" sz="1400" dirty="0" err="1">
                <a:latin typeface="Montserrat" pitchFamily="2" charset="0"/>
              </a:rPr>
              <a:t>plusieurs</a:t>
            </a:r>
            <a:r>
              <a:rPr lang="en-ZA" sz="1400" dirty="0">
                <a:latin typeface="Montserrat" pitchFamily="2" charset="0"/>
              </a:rPr>
              <a:t> pipelines</a:t>
            </a: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Structure standard :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vars/</a:t>
            </a:r>
          </a:p>
          <a:p>
            <a:pPr>
              <a:spcAft>
                <a:spcPts val="600"/>
              </a:spcAft>
            </a:pPr>
            <a:r>
              <a:rPr lang="en-ZA" sz="1200" b="1" dirty="0" err="1">
                <a:latin typeface="Montserrat" pitchFamily="2" charset="0"/>
              </a:rPr>
              <a:t>src</a:t>
            </a:r>
            <a:r>
              <a:rPr lang="en-ZA" sz="1200" b="1" dirty="0">
                <a:latin typeface="Montserrat" pitchFamily="2" charset="0"/>
              </a:rPr>
              <a:t>/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resources/</a:t>
            </a:r>
          </a:p>
          <a:p>
            <a:pPr>
              <a:spcAft>
                <a:spcPts val="600"/>
              </a:spcAft>
            </a:pPr>
            <a:endParaRPr lang="en-ZA" sz="14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</a:t>
            </a:r>
            <a:r>
              <a:rPr lang="en-ZA" sz="1400" dirty="0" err="1">
                <a:latin typeface="Montserrat" pitchFamily="2" charset="0"/>
              </a:rPr>
              <a:t>Exemple</a:t>
            </a:r>
            <a:r>
              <a:rPr lang="en-ZA" sz="1400" dirty="0">
                <a:latin typeface="Montserrat" pitchFamily="2" charset="0"/>
              </a:rPr>
              <a:t> de </a:t>
            </a:r>
            <a:r>
              <a:rPr lang="en-ZA" sz="1400" dirty="0" err="1">
                <a:latin typeface="Montserrat" pitchFamily="2" charset="0"/>
              </a:rPr>
              <a:t>fonction</a:t>
            </a:r>
            <a:r>
              <a:rPr lang="en-ZA" sz="1400" dirty="0">
                <a:latin typeface="Montserrat" pitchFamily="2" charset="0"/>
              </a:rPr>
              <a:t> `</a:t>
            </a:r>
            <a:r>
              <a:rPr lang="en-ZA" sz="1400" dirty="0" err="1">
                <a:latin typeface="Montserrat" pitchFamily="2" charset="0"/>
              </a:rPr>
              <a:t>notifySlack.groovy</a:t>
            </a:r>
            <a:r>
              <a:rPr lang="en-ZA" sz="1400" dirty="0">
                <a:latin typeface="Montserrat" pitchFamily="2" charset="0"/>
              </a:rPr>
              <a:t>` :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def call(String message) {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  </a:t>
            </a:r>
            <a:r>
              <a:rPr lang="en-ZA" sz="1200" b="1" dirty="0" err="1">
                <a:latin typeface="Montserrat" pitchFamily="2" charset="0"/>
              </a:rPr>
              <a:t>slackSend</a:t>
            </a:r>
            <a:r>
              <a:rPr lang="en-ZA" sz="1200" b="1" dirty="0">
                <a:latin typeface="Montserrat" pitchFamily="2" charset="0"/>
              </a:rPr>
              <a:t> channel: '#ci', message: message</a:t>
            </a:r>
          </a:p>
          <a:p>
            <a:pPr>
              <a:spcAft>
                <a:spcPts val="600"/>
              </a:spcAft>
            </a:pPr>
            <a:r>
              <a:rPr lang="en-ZA" sz="1200" b="1" dirty="0">
                <a:latin typeface="Montserrat" pitchFamily="2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ZA" sz="14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400" dirty="0">
                <a:latin typeface="Montserrat" pitchFamily="2" charset="0"/>
              </a:rPr>
              <a:t>- Appel dans </a:t>
            </a:r>
            <a:r>
              <a:rPr lang="en-ZA" sz="1400" dirty="0" err="1">
                <a:latin typeface="Montserrat" pitchFamily="2" charset="0"/>
              </a:rPr>
              <a:t>Jenkinsfile</a:t>
            </a:r>
            <a:r>
              <a:rPr lang="en-ZA" sz="1400" dirty="0">
                <a:latin typeface="Montserrat" pitchFamily="2" charset="0"/>
              </a:rPr>
              <a:t> :</a:t>
            </a:r>
          </a:p>
          <a:p>
            <a:pPr>
              <a:spcAft>
                <a:spcPts val="600"/>
              </a:spcAft>
            </a:pPr>
            <a:endParaRPr lang="en-ZA" sz="14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en-ZA" sz="1200" b="1" dirty="0" err="1">
                <a:latin typeface="Montserrat" pitchFamily="2" charset="0"/>
              </a:rPr>
              <a:t>notifySlack</a:t>
            </a:r>
            <a:r>
              <a:rPr lang="en-ZA" sz="1200" b="1" dirty="0">
                <a:latin typeface="Montserrat" pitchFamily="2" charset="0"/>
              </a:rPr>
              <a:t>('Build </a:t>
            </a:r>
            <a:r>
              <a:rPr lang="en-ZA" sz="1200" b="1" dirty="0" err="1">
                <a:latin typeface="Montserrat" pitchFamily="2" charset="0"/>
              </a:rPr>
              <a:t>terminé</a:t>
            </a:r>
            <a:r>
              <a:rPr lang="en-ZA" sz="1200" b="1" dirty="0">
                <a:latin typeface="Montserrat" pitchFamily="2" charset="0"/>
              </a:rPr>
              <a:t>')</a:t>
            </a:r>
          </a:p>
          <a:p>
            <a:pPr>
              <a:spcAft>
                <a:spcPts val="600"/>
              </a:spcAft>
            </a:pPr>
            <a:endParaRPr lang="en-ZA" sz="1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97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C25C8-6A00-FEB4-4F40-1DFECF73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3A397-5A30-26DC-792B-201ECADA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(tp-mod2)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618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Paramètres, variables d’environnement, artefacts, credentials</a:t>
            </a:r>
          </a:p>
          <a:p>
            <a:r>
              <a:rPr lang="fr-FR">
                <a:solidFill>
                  <a:srgbClr val="000000"/>
                </a:solidFill>
              </a:rPr>
              <a:t>Tableau récapitulatif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4326" y="1181101"/>
          <a:ext cx="851535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Élément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Exemple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Paramètre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Valeur passée au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BRANCH=feature-1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Variable d’environnement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Variable accessible dans le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env.BUILD_NUMBER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Fichier généré et archivé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target/app.jar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Identifiant sécurisé stocké dans Jenkins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id: gitlab-token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792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543E10-AF28-407D-85E2-8B4ACB2C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kern="1200" spc="-20" baseline="0"/>
              <a:t>Résumé du module</a:t>
            </a:r>
            <a:br>
              <a:rPr lang="fr-FR" kern="1200" spc="-20" baseline="0"/>
            </a:br>
            <a:endParaRPr lang="fr-FR" kern="1200" spc="-20" baseline="0"/>
          </a:p>
        </p:txBody>
      </p:sp>
      <p:graphicFrame>
        <p:nvGraphicFramePr>
          <p:cNvPr id="10" name="ZoneTexte 2">
            <a:extLst>
              <a:ext uri="{FF2B5EF4-FFF2-40B4-BE49-F238E27FC236}">
                <a16:creationId xmlns:a16="http://schemas.microsoft.com/office/drawing/2014/main" id="{37B6A879-4E3A-26F4-78D2-DFDC474E88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3755045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655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CDE0-3B24-0E85-C7C9-3DF8C2027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F3C11-5CAF-290E-9C2A-450716B7D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7784" y="1347614"/>
            <a:ext cx="5194569" cy="2854155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Modules 3: 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 err="1">
                <a:latin typeface="Montserrat Black" pitchFamily="2" charset="0"/>
              </a:rPr>
              <a:t>GitLab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2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EF422E-CC28-5F01-175E-58ED4614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 dirty="0"/>
              <a:t>Gestion de branches avec </a:t>
            </a:r>
            <a:r>
              <a:rPr lang="fr-FR"/>
              <a:t>GitLab</a:t>
            </a:r>
            <a:r>
              <a:rPr lang="fr-FR" dirty="0"/>
              <a:t> : Introduction</a:t>
            </a:r>
            <a:endParaRPr lang="en-ZA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4ACA30-040C-3272-ECE5-A3CA93CEF63A}"/>
              </a:ext>
            </a:extLst>
          </p:cNvPr>
          <p:cNvSpPr txBox="1"/>
          <p:nvPr/>
        </p:nvSpPr>
        <p:spPr>
          <a:xfrm>
            <a:off x="314326" y="915567"/>
            <a:ext cx="8515349" cy="36724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Intégration Jenkins ↔ </a:t>
            </a:r>
            <a:r>
              <a:rPr lang="fr-FR" sz="2800" spc="-20" dirty="0" err="1">
                <a:latin typeface="Montserrat" pitchFamily="2" charset="0"/>
              </a:rPr>
              <a:t>GitLab</a:t>
            </a:r>
            <a:r>
              <a:rPr lang="fr-FR" sz="2800" spc="-20" dirty="0">
                <a:latin typeface="Montserrat" pitchFamily="2" charset="0"/>
              </a:rPr>
              <a:t> pour CI/CD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Objectif : automatiser </a:t>
            </a:r>
            <a:r>
              <a:rPr lang="fr-FR" sz="2800" spc="-20" dirty="0" err="1">
                <a:latin typeface="Montserrat" pitchFamily="2" charset="0"/>
              </a:rPr>
              <a:t>builds</a:t>
            </a:r>
            <a:r>
              <a:rPr lang="fr-FR" sz="2800" spc="-20" dirty="0">
                <a:latin typeface="Montserrat" pitchFamily="2" charset="0"/>
              </a:rPr>
              <a:t> et déploiements selon le type de branche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- Types de branches courantes :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</a:t>
            </a:r>
            <a:r>
              <a:rPr lang="fr-FR" sz="2800" spc="-20" dirty="0" err="1">
                <a:latin typeface="Montserrat" pitchFamily="2" charset="0"/>
              </a:rPr>
              <a:t>feature</a:t>
            </a:r>
            <a:r>
              <a:rPr lang="fr-FR" sz="2800" spc="-20" dirty="0">
                <a:latin typeface="Montserrat" pitchFamily="2" charset="0"/>
              </a:rPr>
              <a:t>/*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release/*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</a:t>
            </a:r>
            <a:r>
              <a:rPr lang="fr-FR" sz="2800" spc="-20" dirty="0" err="1">
                <a:latin typeface="Montserrat" pitchFamily="2" charset="0"/>
              </a:rPr>
              <a:t>hotfix</a:t>
            </a:r>
            <a:r>
              <a:rPr lang="fr-FR" sz="2800" spc="-20" dirty="0">
                <a:latin typeface="Montserrat" pitchFamily="2" charset="0"/>
              </a:rPr>
              <a:t>/*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bg1"/>
              </a:buClr>
              <a:buSzPct val="25000"/>
            </a:pPr>
            <a:r>
              <a:rPr lang="fr-FR" sz="2800" spc="-20" dirty="0">
                <a:latin typeface="Montserrat" pitchFamily="2" charset="0"/>
              </a:rPr>
              <a:t>  - main / </a:t>
            </a:r>
            <a:r>
              <a:rPr lang="fr-FR" sz="2800" spc="-20" dirty="0" err="1">
                <a:latin typeface="Montserrat" pitchFamily="2" charset="0"/>
              </a:rPr>
              <a:t>develop</a:t>
            </a:r>
            <a:endParaRPr lang="fr-FR" sz="2800" spc="-2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0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9B3DA-939C-B0F8-6F0C-2E51DA852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 err="1"/>
              <a:t>Stratégies</a:t>
            </a:r>
            <a:r>
              <a:rPr lang="en-ZA" dirty="0"/>
              <a:t> </a:t>
            </a:r>
            <a:r>
              <a:rPr lang="en-ZA" dirty="0" err="1"/>
              <a:t>adaptées</a:t>
            </a:r>
            <a:r>
              <a:rPr lang="en-ZA" dirty="0"/>
              <a:t> aux pipelines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2A9F53-0AF3-8729-CD83-24421AB0B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6" y="915567"/>
            <a:ext cx="8515349" cy="367240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- </a:t>
            </a:r>
            <a:r>
              <a:rPr lang="fr-FR" sz="2400" dirty="0" err="1">
                <a:latin typeface="Montserrat" pitchFamily="2" charset="0"/>
              </a:rPr>
              <a:t>Feature</a:t>
            </a:r>
            <a:r>
              <a:rPr lang="fr-FR" sz="2400" dirty="0">
                <a:latin typeface="Montserrat" pitchFamily="2" charset="0"/>
              </a:rPr>
              <a:t> branches : tests et </a:t>
            </a:r>
            <a:r>
              <a:rPr lang="fr-FR" sz="2400" dirty="0" err="1">
                <a:latin typeface="Montserrat" pitchFamily="2" charset="0"/>
              </a:rPr>
              <a:t>builds</a:t>
            </a:r>
            <a:r>
              <a:rPr lang="fr-FR" sz="2400" dirty="0">
                <a:latin typeface="Montserrat" pitchFamily="2" charset="0"/>
              </a:rPr>
              <a:t> avant merge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- Release branches : </a:t>
            </a:r>
            <a:r>
              <a:rPr lang="fr-FR" sz="2400" dirty="0" err="1">
                <a:latin typeface="Montserrat" pitchFamily="2" charset="0"/>
              </a:rPr>
              <a:t>builds</a:t>
            </a:r>
            <a:r>
              <a:rPr lang="fr-FR" sz="2400" dirty="0">
                <a:latin typeface="Montserrat" pitchFamily="2" charset="0"/>
              </a:rPr>
              <a:t> stables pour QA et </a:t>
            </a:r>
            <a:r>
              <a:rPr lang="fr-FR" sz="2400" dirty="0" err="1">
                <a:latin typeface="Montserrat" pitchFamily="2" charset="0"/>
              </a:rPr>
              <a:t>pré-prod</a:t>
            </a:r>
            <a:endParaRPr lang="fr-FR" sz="2400" dirty="0">
              <a:latin typeface="Montserrat" pitchFamily="2" charset="0"/>
            </a:endParaRP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- </a:t>
            </a:r>
            <a:r>
              <a:rPr lang="fr-FR" sz="2400" dirty="0" err="1">
                <a:latin typeface="Montserrat" pitchFamily="2" charset="0"/>
              </a:rPr>
              <a:t>Hotfix</a:t>
            </a:r>
            <a:r>
              <a:rPr lang="fr-FR" sz="2400" dirty="0">
                <a:latin typeface="Montserrat" pitchFamily="2" charset="0"/>
              </a:rPr>
              <a:t> branches : déploiement rapide sur prod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- Main / </a:t>
            </a:r>
            <a:r>
              <a:rPr lang="fr-FR" sz="2400" dirty="0" err="1">
                <a:latin typeface="Montserrat" pitchFamily="2" charset="0"/>
              </a:rPr>
              <a:t>Develop</a:t>
            </a:r>
            <a:r>
              <a:rPr lang="fr-FR" sz="2400" dirty="0">
                <a:latin typeface="Montserrat" pitchFamily="2" charset="0"/>
              </a:rPr>
              <a:t> : pipeline principal et validations globales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- Avantages :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  - Séparation des workflows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  - Validation automatisée selon le contexte</a:t>
            </a:r>
          </a:p>
          <a:p>
            <a:pPr>
              <a:spcAft>
                <a:spcPts val="600"/>
              </a:spcAft>
            </a:pPr>
            <a:r>
              <a:rPr lang="fr-FR" sz="2400" dirty="0">
                <a:latin typeface="Montserrat" pitchFamily="2" charset="0"/>
              </a:rPr>
              <a:t>  - Suivi clair des modifications</a:t>
            </a:r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88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9BA226-41ED-3417-81A2-A94B8F8E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Configuration Jenkins pour GitLab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ABEFE6-694F-98ED-DA7A-C43246654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- Installer le plugin GitLab Plugin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Créer</a:t>
            </a:r>
            <a:r>
              <a:rPr lang="en-ZA" sz="2800" dirty="0">
                <a:latin typeface="Montserrat" pitchFamily="2" charset="0"/>
              </a:rPr>
              <a:t> un token GitLab avec permissions API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Ajouter</a:t>
            </a:r>
            <a:r>
              <a:rPr lang="en-ZA" sz="2800" dirty="0">
                <a:latin typeface="Montserrat" pitchFamily="2" charset="0"/>
              </a:rPr>
              <a:t> token dans Jenkins → Credentials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Définir</a:t>
            </a:r>
            <a:r>
              <a:rPr lang="en-ZA" sz="2800" dirty="0">
                <a:latin typeface="Montserrat" pitchFamily="2" charset="0"/>
              </a:rPr>
              <a:t> Webhook GitLab :</a:t>
            </a:r>
          </a:p>
          <a:p>
            <a:r>
              <a:rPr lang="en-ZA" sz="2800" dirty="0">
                <a:latin typeface="Montserrat" pitchFamily="2" charset="0"/>
              </a:rPr>
              <a:t>  - Push events</a:t>
            </a:r>
          </a:p>
          <a:p>
            <a:r>
              <a:rPr lang="en-ZA" sz="2800" dirty="0">
                <a:latin typeface="Montserrat" pitchFamily="2" charset="0"/>
              </a:rPr>
              <a:t>  - Merge request events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Configurer</a:t>
            </a:r>
            <a:r>
              <a:rPr lang="en-ZA" sz="2800" dirty="0">
                <a:latin typeface="Montserrat" pitchFamily="2" charset="0"/>
              </a:rPr>
              <a:t> Multibranch Pipeline :</a:t>
            </a:r>
          </a:p>
          <a:p>
            <a:r>
              <a:rPr lang="en-ZA" sz="2800" dirty="0">
                <a:latin typeface="Montserrat" pitchFamily="2" charset="0"/>
              </a:rPr>
              <a:t>  - </a:t>
            </a:r>
            <a:r>
              <a:rPr lang="en-ZA" sz="2800" dirty="0" err="1">
                <a:latin typeface="Montserrat" pitchFamily="2" charset="0"/>
              </a:rPr>
              <a:t>Détecte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automatiquement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nouvelles</a:t>
            </a:r>
            <a:r>
              <a:rPr lang="en-ZA" sz="2800" dirty="0">
                <a:latin typeface="Montserrat" pitchFamily="2" charset="0"/>
              </a:rPr>
              <a:t> branches</a:t>
            </a:r>
          </a:p>
          <a:p>
            <a:r>
              <a:rPr lang="en-ZA" sz="2800" dirty="0">
                <a:latin typeface="Montserrat" pitchFamily="2" charset="0"/>
              </a:rPr>
              <a:t>  - Utilise </a:t>
            </a:r>
            <a:r>
              <a:rPr lang="en-ZA" sz="2800" dirty="0" err="1">
                <a:latin typeface="Montserrat" pitchFamily="2" charset="0"/>
              </a:rPr>
              <a:t>Jenkinsfile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présent</a:t>
            </a:r>
            <a:r>
              <a:rPr lang="en-ZA" sz="2800" dirty="0">
                <a:latin typeface="Montserrat" pitchFamily="2" charset="0"/>
              </a:rPr>
              <a:t> dans </a:t>
            </a:r>
            <a:r>
              <a:rPr lang="en-ZA" sz="2800" dirty="0" err="1">
                <a:latin typeface="Montserrat" pitchFamily="2" charset="0"/>
              </a:rPr>
              <a:t>chaque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branche</a:t>
            </a:r>
            <a:endParaRPr lang="en-ZA" sz="2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32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A28E0-F263-E4AD-5420-F0F34E730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Multibranch Pipelines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AF02CF-7BF6-EB5E-F56A-8468D7B57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>
                <a:latin typeface="Montserrat" pitchFamily="2" charset="0"/>
              </a:rPr>
              <a:t>- Jenkins détecte automatiquement :</a:t>
            </a:r>
          </a:p>
          <a:p>
            <a:r>
              <a:rPr lang="fr-FR" sz="2000" dirty="0">
                <a:latin typeface="Montserrat" pitchFamily="2" charset="0"/>
              </a:rPr>
              <a:t>  - Les branches existantes et nouvelles</a:t>
            </a:r>
          </a:p>
          <a:p>
            <a:r>
              <a:rPr lang="fr-FR" sz="2000" dirty="0">
                <a:latin typeface="Montserrat" pitchFamily="2" charset="0"/>
              </a:rPr>
              <a:t>  - </a:t>
            </a:r>
            <a:r>
              <a:rPr lang="fr-FR" sz="2000" dirty="0" err="1">
                <a:latin typeface="Montserrat" pitchFamily="2" charset="0"/>
              </a:rPr>
              <a:t>Jenkinsfile</a:t>
            </a:r>
            <a:r>
              <a:rPr lang="fr-FR" sz="2000" dirty="0">
                <a:latin typeface="Montserrat" pitchFamily="2" charset="0"/>
              </a:rPr>
              <a:t> correspondant</a:t>
            </a:r>
          </a:p>
          <a:p>
            <a:r>
              <a:rPr lang="fr-FR" sz="2000" dirty="0">
                <a:latin typeface="Montserrat" pitchFamily="2" charset="0"/>
              </a:rPr>
              <a:t>- Chaque branche = pipeline indépendant</a:t>
            </a:r>
          </a:p>
          <a:p>
            <a:r>
              <a:rPr lang="fr-FR" sz="2000" dirty="0">
                <a:latin typeface="Montserrat" pitchFamily="2" charset="0"/>
              </a:rPr>
              <a:t>- Exemple :</a:t>
            </a:r>
          </a:p>
          <a:p>
            <a:endParaRPr lang="fr-FR" sz="2000" dirty="0">
              <a:latin typeface="Montserrat" pitchFamily="2" charset="0"/>
            </a:endParaRPr>
          </a:p>
          <a:p>
            <a:r>
              <a:rPr lang="fr-FR" sz="2000" dirty="0" err="1">
                <a:latin typeface="Montserrat" pitchFamily="2" charset="0"/>
              </a:rPr>
              <a:t>feature</a:t>
            </a:r>
            <a:r>
              <a:rPr lang="fr-FR" sz="2000" dirty="0">
                <a:latin typeface="Montserrat" pitchFamily="2" charset="0"/>
              </a:rPr>
              <a:t>/login → pipeline runs</a:t>
            </a:r>
          </a:p>
          <a:p>
            <a:r>
              <a:rPr lang="fr-FR" sz="2000" dirty="0">
                <a:latin typeface="Montserrat" pitchFamily="2" charset="0"/>
              </a:rPr>
              <a:t>release/v1.0 → pipeline runs</a:t>
            </a:r>
          </a:p>
          <a:p>
            <a:endParaRPr lang="fr-FR" sz="2000" dirty="0">
              <a:latin typeface="Montserrat" pitchFamily="2" charset="0"/>
            </a:endParaRPr>
          </a:p>
          <a:p>
            <a:r>
              <a:rPr lang="fr-FR" sz="2000" dirty="0">
                <a:latin typeface="Montserrat" pitchFamily="2" charset="0"/>
              </a:rPr>
              <a:t>- Avantages :</a:t>
            </a:r>
          </a:p>
          <a:p>
            <a:r>
              <a:rPr lang="fr-FR" sz="2000" dirty="0">
                <a:latin typeface="Montserrat" pitchFamily="2" charset="0"/>
              </a:rPr>
              <a:t>  - Pas de duplication des jobs</a:t>
            </a:r>
          </a:p>
          <a:p>
            <a:r>
              <a:rPr lang="fr-FR" sz="2000" dirty="0">
                <a:latin typeface="Montserrat" pitchFamily="2" charset="0"/>
              </a:rPr>
              <a:t>  - Historique par branche</a:t>
            </a:r>
          </a:p>
          <a:p>
            <a:r>
              <a:rPr lang="fr-FR" sz="2000" dirty="0">
                <a:latin typeface="Montserrat" pitchFamily="2" charset="0"/>
              </a:rPr>
              <a:t>  - Rollback et tests isolés</a:t>
            </a:r>
            <a:endParaRPr lang="en-ZA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37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8D4805-EE21-BCC6-841B-D5FABC96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Différencier pipelines par type de branche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AD696B-EBE2-92B4-11CC-66D7FCF75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 err="1">
                <a:latin typeface="Montserrat" pitchFamily="2" charset="0"/>
              </a:rPr>
              <a:t>Jenkinsfile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peut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inclure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logique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conditionnelle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pPr marL="342900" indent="-342900">
              <a:buFontTx/>
              <a:buChar char="-"/>
            </a:pP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if (</a:t>
            </a:r>
            <a:r>
              <a:rPr lang="en-ZA" sz="2400" dirty="0" err="1">
                <a:latin typeface="Montserrat" pitchFamily="2" charset="0"/>
              </a:rPr>
              <a:t>env.BRANCH_NAME.startsWith</a:t>
            </a:r>
            <a:r>
              <a:rPr lang="en-ZA" sz="2400" dirty="0">
                <a:latin typeface="Montserrat" pitchFamily="2" charset="0"/>
              </a:rPr>
              <a:t>("feature/")) {</a:t>
            </a:r>
          </a:p>
          <a:p>
            <a:r>
              <a:rPr lang="en-ZA" sz="2400" dirty="0">
                <a:latin typeface="Montserrat" pitchFamily="2" charset="0"/>
              </a:rPr>
              <a:t>  stage('Run Tests') { steps { </a:t>
            </a:r>
            <a:r>
              <a:rPr lang="en-ZA" sz="2400" dirty="0" err="1">
                <a:latin typeface="Montserrat" pitchFamily="2" charset="0"/>
              </a:rPr>
              <a:t>sh</a:t>
            </a:r>
            <a:r>
              <a:rPr lang="en-ZA" sz="2400" dirty="0">
                <a:latin typeface="Montserrat" pitchFamily="2" charset="0"/>
              </a:rPr>
              <a:t> '</a:t>
            </a:r>
            <a:r>
              <a:rPr lang="en-ZA" sz="2400" dirty="0" err="1">
                <a:latin typeface="Montserrat" pitchFamily="2" charset="0"/>
              </a:rPr>
              <a:t>mvn</a:t>
            </a:r>
            <a:r>
              <a:rPr lang="en-ZA" sz="2400" dirty="0">
                <a:latin typeface="Montserrat" pitchFamily="2" charset="0"/>
              </a:rPr>
              <a:t> test' } }</a:t>
            </a:r>
          </a:p>
          <a:p>
            <a:r>
              <a:rPr lang="en-ZA" sz="2400" dirty="0">
                <a:latin typeface="Montserrat" pitchFamily="2" charset="0"/>
              </a:rPr>
              <a:t>} else if (</a:t>
            </a:r>
            <a:r>
              <a:rPr lang="en-ZA" sz="2400" dirty="0" err="1">
                <a:latin typeface="Montserrat" pitchFamily="2" charset="0"/>
              </a:rPr>
              <a:t>env.BRANCH_NAME.startsWith</a:t>
            </a:r>
            <a:r>
              <a:rPr lang="en-ZA" sz="2400" dirty="0">
                <a:latin typeface="Montserrat" pitchFamily="2" charset="0"/>
              </a:rPr>
              <a:t>("release/")) {</a:t>
            </a:r>
          </a:p>
          <a:p>
            <a:r>
              <a:rPr lang="en-ZA" sz="2400" dirty="0">
                <a:latin typeface="Montserrat" pitchFamily="2" charset="0"/>
              </a:rPr>
              <a:t>  stage('Build &amp; Deploy') { steps { </a:t>
            </a:r>
            <a:r>
              <a:rPr lang="en-ZA" sz="2400" dirty="0" err="1">
                <a:latin typeface="Montserrat" pitchFamily="2" charset="0"/>
              </a:rPr>
              <a:t>sh</a:t>
            </a:r>
            <a:r>
              <a:rPr lang="en-ZA" sz="2400" dirty="0">
                <a:latin typeface="Montserrat" pitchFamily="2" charset="0"/>
              </a:rPr>
              <a:t> '</a:t>
            </a:r>
            <a:r>
              <a:rPr lang="en-ZA" sz="2400" dirty="0" err="1">
                <a:latin typeface="Montserrat" pitchFamily="2" charset="0"/>
              </a:rPr>
              <a:t>mvn</a:t>
            </a:r>
            <a:r>
              <a:rPr lang="en-ZA" sz="2400" dirty="0">
                <a:latin typeface="Montserrat" pitchFamily="2" charset="0"/>
              </a:rPr>
              <a:t> package &amp;&amp; ./deploy.sh' } }</a:t>
            </a:r>
          </a:p>
          <a:p>
            <a:r>
              <a:rPr lang="en-ZA" sz="2400" dirty="0">
                <a:latin typeface="Montserrat" pitchFamily="2" charset="0"/>
              </a:rPr>
              <a:t>}</a:t>
            </a:r>
          </a:p>
          <a:p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</a:t>
            </a:r>
            <a:r>
              <a:rPr lang="en-ZA" sz="2400" dirty="0" err="1">
                <a:latin typeface="Montserrat" pitchFamily="2" charset="0"/>
              </a:rPr>
              <a:t>Permet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automatisation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spécifique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selon</a:t>
            </a:r>
            <a:r>
              <a:rPr lang="en-ZA" sz="2400" dirty="0">
                <a:latin typeface="Montserrat" pitchFamily="2" charset="0"/>
              </a:rPr>
              <a:t> la </a:t>
            </a:r>
            <a:r>
              <a:rPr lang="en-ZA" sz="2400" dirty="0" err="1">
                <a:latin typeface="Montserrat" pitchFamily="2" charset="0"/>
              </a:rPr>
              <a:t>branche</a:t>
            </a:r>
            <a:endParaRPr lang="en-ZA" sz="2400" dirty="0">
              <a:latin typeface="Montserrat" pitchFamily="2" charset="0"/>
            </a:endParaRPr>
          </a:p>
          <a:p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53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BB0F6-D2E8-8BCB-77B3-294A0027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Automatisation des validations et déploiements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9AFD2A-7196-E0DA-7A7A-50A0BC30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latin typeface="Montserrat" pitchFamily="2" charset="0"/>
              </a:rPr>
              <a:t>- Les pipelines </a:t>
            </a:r>
            <a:r>
              <a:rPr lang="en-ZA" sz="2400" dirty="0" err="1">
                <a:latin typeface="Montserrat" pitchFamily="2" charset="0"/>
              </a:rPr>
              <a:t>peuvent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inclure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r>
              <a:rPr lang="en-ZA" sz="2400" dirty="0">
                <a:latin typeface="Montserrat" pitchFamily="2" charset="0"/>
              </a:rPr>
              <a:t>  - Tests </a:t>
            </a:r>
            <a:r>
              <a:rPr lang="en-ZA" sz="2400" dirty="0" err="1">
                <a:latin typeface="Montserrat" pitchFamily="2" charset="0"/>
              </a:rPr>
              <a:t>unitaires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  - Tests </a:t>
            </a:r>
            <a:r>
              <a:rPr lang="en-ZA" sz="2400" dirty="0" err="1">
                <a:latin typeface="Montserrat" pitchFamily="2" charset="0"/>
              </a:rPr>
              <a:t>d’intégration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  - Tests </a:t>
            </a:r>
            <a:r>
              <a:rPr lang="en-ZA" sz="2400" dirty="0" err="1">
                <a:latin typeface="Montserrat" pitchFamily="2" charset="0"/>
              </a:rPr>
              <a:t>d’acceptance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  - </a:t>
            </a:r>
            <a:r>
              <a:rPr lang="en-ZA" sz="2400" dirty="0" err="1">
                <a:latin typeface="Montserrat" pitchFamily="2" charset="0"/>
              </a:rPr>
              <a:t>Déploiement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automatique</a:t>
            </a:r>
            <a:r>
              <a:rPr lang="en-ZA" sz="2400" dirty="0">
                <a:latin typeface="Montserrat" pitchFamily="2" charset="0"/>
              </a:rPr>
              <a:t> (dev / QA / staging)</a:t>
            </a:r>
          </a:p>
          <a:p>
            <a:r>
              <a:rPr lang="en-ZA" sz="2400" dirty="0">
                <a:latin typeface="Montserrat" pitchFamily="2" charset="0"/>
              </a:rPr>
              <a:t>- Notifications </a:t>
            </a:r>
            <a:r>
              <a:rPr lang="en-ZA" sz="2400" dirty="0" err="1">
                <a:latin typeface="Montserrat" pitchFamily="2" charset="0"/>
              </a:rPr>
              <a:t>automatiques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r>
              <a:rPr lang="en-ZA" sz="2400" dirty="0">
                <a:latin typeface="Montserrat" pitchFamily="2" charset="0"/>
              </a:rPr>
              <a:t>  - Slack, Email, Teams</a:t>
            </a:r>
          </a:p>
          <a:p>
            <a:r>
              <a:rPr lang="en-ZA" sz="2400" dirty="0">
                <a:latin typeface="Montserrat" pitchFamily="2" charset="0"/>
              </a:rPr>
              <a:t>- Rollback </a:t>
            </a:r>
            <a:r>
              <a:rPr lang="en-ZA" sz="2400" dirty="0" err="1">
                <a:latin typeface="Montserrat" pitchFamily="2" charset="0"/>
              </a:rPr>
              <a:t>en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cas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d’échec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r>
              <a:rPr lang="en-ZA" sz="2400" dirty="0">
                <a:latin typeface="Montserrat" pitchFamily="2" charset="0"/>
              </a:rPr>
              <a:t>  - Restore artefacts </a:t>
            </a:r>
            <a:r>
              <a:rPr lang="en-ZA" sz="2400" dirty="0" err="1">
                <a:latin typeface="Montserrat" pitchFamily="2" charset="0"/>
              </a:rPr>
              <a:t>précédents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  - Rollback base de données (</a:t>
            </a:r>
            <a:r>
              <a:rPr lang="en-ZA" sz="2400" dirty="0" err="1">
                <a:latin typeface="Montserrat" pitchFamily="2" charset="0"/>
              </a:rPr>
              <a:t>si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nécessaire</a:t>
            </a:r>
            <a:r>
              <a:rPr lang="en-ZA" sz="2400" dirty="0">
                <a:latin typeface="Montserrat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7131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Automatisation du déploiement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60270"/>
            <a:ext cx="1097280" cy="548640"/>
          </a:xfrm>
          <a:prstGeom prst="roundRect">
            <a:avLst/>
          </a:prstGeom>
          <a:solidFill>
            <a:srgbClr val="E0F1E8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Artefact construit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60270"/>
            <a:ext cx="109728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Script de déploiement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160270"/>
            <a:ext cx="109728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Mise à jour BDD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60270"/>
            <a:ext cx="109728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Tests minimaux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21358"/>
            <a:ext cx="1097280" cy="548640"/>
          </a:xfrm>
          <a:prstGeom prst="roundRect">
            <a:avLst/>
          </a:prstGeom>
          <a:solidFill>
            <a:srgbClr val="E0F1E8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Déploiement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99182"/>
            <a:ext cx="109728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1000" b="1">
                <a:solidFill>
                  <a:srgbClr val="000000"/>
                </a:solidFill>
              </a:rPr>
              <a:t>Retour en arrière</a:t>
            </a:r>
          </a:p>
        </p:txBody>
      </p:sp>
      <p:cxnSp>
        <p:nvCxnSpPr>
          <p:cNvPr id="13" name="Connector 12"/>
          <p:cNvCxnSpPr>
            <a:stCxn id="7" idx="3"/>
            <a:endCxn id="8" idx="1"/>
          </p:cNvCxnSpPr>
          <p:nvPr/>
        </p:nvCxnSpPr>
        <p:spPr>
          <a:xfrm>
            <a:off x="1463040" y="2434590"/>
            <a:ext cx="365760" cy="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8" idx="3"/>
            <a:endCxn id="9" idx="1"/>
          </p:cNvCxnSpPr>
          <p:nvPr/>
        </p:nvCxnSpPr>
        <p:spPr>
          <a:xfrm>
            <a:off x="2926080" y="2434590"/>
            <a:ext cx="365760" cy="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9" idx="3"/>
            <a:endCxn id="10" idx="1"/>
          </p:cNvCxnSpPr>
          <p:nvPr/>
        </p:nvCxnSpPr>
        <p:spPr>
          <a:xfrm>
            <a:off x="4389120" y="2434590"/>
            <a:ext cx="365760" cy="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0" idx="3"/>
            <a:endCxn id="11" idx="1"/>
          </p:cNvCxnSpPr>
          <p:nvPr/>
        </p:nvCxnSpPr>
        <p:spPr>
          <a:xfrm flipV="1">
            <a:off x="5852160" y="1995678"/>
            <a:ext cx="365760" cy="438912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0" y="2077974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Succès</a:t>
            </a:r>
          </a:p>
        </p:txBody>
      </p:sp>
      <p:cxnSp>
        <p:nvCxnSpPr>
          <p:cNvPr id="18" name="Connector 17"/>
          <p:cNvCxnSpPr>
            <a:stCxn id="10" idx="3"/>
            <a:endCxn id="12" idx="1"/>
          </p:cNvCxnSpPr>
          <p:nvPr/>
        </p:nvCxnSpPr>
        <p:spPr>
          <a:xfrm>
            <a:off x="5852160" y="2434590"/>
            <a:ext cx="365760" cy="438912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2516886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Échec</a:t>
            </a:r>
          </a:p>
        </p:txBody>
      </p:sp>
      <p:cxnSp>
        <p:nvCxnSpPr>
          <p:cNvPr id="20" name="Connector 19"/>
          <p:cNvCxnSpPr>
            <a:stCxn id="12" idx="0"/>
            <a:endCxn id="11" idx="2"/>
          </p:cNvCxnSpPr>
          <p:nvPr/>
        </p:nvCxnSpPr>
        <p:spPr>
          <a:xfrm flipV="1">
            <a:off x="6766560" y="2269998"/>
            <a:ext cx="0" cy="329184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942E2-F6C6-DEAB-381F-D4832E3D1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47CC9-98C0-F8C1-7620-2AE6AA93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(tp-mod3)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7511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BCF95-6FB0-B4D7-B34A-A3413E4B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105A8-CAF3-C513-6488-A171B89CE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776" y="1707654"/>
            <a:ext cx="5194569" cy="2854155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Modules 4: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Tests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77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Optimisation des temps d’exécution des tests</a:t>
            </a:r>
          </a:p>
        </p:txBody>
      </p:sp>
      <p:sp>
        <p:nvSpPr>
          <p:cNvPr id="3" name="Oval 2"/>
          <p:cNvSpPr/>
          <p:nvPr/>
        </p:nvSpPr>
        <p:spPr>
          <a:xfrm>
            <a:off x="497206" y="1181101"/>
            <a:ext cx="731520" cy="73152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issors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6" y="1318261"/>
            <a:ext cx="457200" cy="45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11606" y="1181101"/>
            <a:ext cx="2540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4486" y="1181101"/>
            <a:ext cx="705231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lang="fr-FR"/>
              <a:t>Parallélisation</a:t>
            </a:r>
          </a:p>
          <a:p>
            <a:pPr algn="l">
              <a:defRPr sz="14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Exécuter les tests en parallèle pour réduire la durée totale.</a:t>
            </a:r>
          </a:p>
        </p:txBody>
      </p:sp>
      <p:sp>
        <p:nvSpPr>
          <p:cNvPr id="7" name="Oval 6"/>
          <p:cNvSpPr/>
          <p:nvPr/>
        </p:nvSpPr>
        <p:spPr>
          <a:xfrm>
            <a:off x="497206" y="2409032"/>
            <a:ext cx="731520" cy="73152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lter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6" y="2546192"/>
            <a:ext cx="457200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11606" y="2409032"/>
            <a:ext cx="2540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94486" y="2409032"/>
            <a:ext cx="705231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lang="fr-FR"/>
              <a:t>Filtrage intelligent</a:t>
            </a:r>
          </a:p>
          <a:p>
            <a:pPr algn="l">
              <a:defRPr sz="14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Lancer uniquement les tests impactés par les changements.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497206" y="3636963"/>
            <a:ext cx="731520" cy="73152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ncident-report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6" y="3774123"/>
            <a:ext cx="457200" cy="457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411606" y="3636963"/>
            <a:ext cx="25400" cy="7315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94486" y="3636963"/>
            <a:ext cx="705231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rPr lang="fr-FR"/>
              <a:t>Rapports détaillés</a:t>
            </a:r>
          </a:p>
          <a:p>
            <a:pPr algn="l">
              <a:defRPr sz="14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Analyser les rapports pour identifier les goulets d’étranglement.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Tests automatisés (unitaires, intégration, acceptance, 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 lvl="2"/>
            <a:r>
              <a:rPr lang="fr-FR" b="1" dirty="0">
                <a:latin typeface="Montserrat" pitchFamily="2" charset="0"/>
              </a:rPr>
              <a:t>Jenkins permet d’automatiser tous les types de tests :</a:t>
            </a:r>
          </a:p>
          <a:p>
            <a:pPr lvl="3"/>
            <a:r>
              <a:rPr lang="fr-FR" dirty="0">
                <a:latin typeface="Montserrat" pitchFamily="2" charset="0"/>
              </a:rPr>
              <a:t>Unitaires (JUnit)</a:t>
            </a:r>
          </a:p>
          <a:p>
            <a:pPr lvl="3"/>
            <a:r>
              <a:rPr lang="fr-FR" dirty="0">
                <a:latin typeface="Montserrat" pitchFamily="2" charset="0"/>
              </a:rPr>
              <a:t>Intégration</a:t>
            </a:r>
          </a:p>
          <a:p>
            <a:pPr lvl="3"/>
            <a:r>
              <a:rPr lang="fr-FR" dirty="0">
                <a:latin typeface="Montserrat" pitchFamily="2" charset="0"/>
              </a:rPr>
              <a:t>Acceptance</a:t>
            </a:r>
          </a:p>
          <a:p>
            <a:pPr lvl="3"/>
            <a:r>
              <a:rPr lang="fr-FR" dirty="0">
                <a:latin typeface="Montserrat" pitchFamily="2" charset="0"/>
              </a:rPr>
              <a:t>Performance (</a:t>
            </a:r>
            <a:r>
              <a:rPr lang="fr-FR" dirty="0" err="1">
                <a:latin typeface="Montserrat" pitchFamily="2" charset="0"/>
              </a:rPr>
              <a:t>JMeter</a:t>
            </a:r>
            <a:r>
              <a:rPr lang="fr-FR" dirty="0">
                <a:latin typeface="Montserrat" pitchFamily="2" charset="0"/>
              </a:rPr>
              <a:t>)</a:t>
            </a:r>
          </a:p>
          <a:p>
            <a:pPr lvl="2"/>
            <a:r>
              <a:rPr lang="fr-FR" b="1" dirty="0">
                <a:latin typeface="Montserrat" pitchFamily="2" charset="0"/>
              </a:rPr>
              <a:t>Génération de rapports et mesure de la couverture de tests.</a:t>
            </a:r>
          </a:p>
          <a:p>
            <a:pPr lvl="2"/>
            <a:r>
              <a:rPr lang="fr-FR" b="1" dirty="0">
                <a:latin typeface="Montserrat" pitchFamily="2" charset="0"/>
              </a:rPr>
              <a:t>Objectif : Optimiser la qualité logicielle et accélérer les feedbacks.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sz="quarter" idx="11"/>
          </p:nvPr>
        </p:nvGraphicFramePr>
        <p:xfrm>
          <a:off x="4564062" y="1181100"/>
          <a:ext cx="4256410" cy="337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8463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C5D9A0-CC56-0DDE-EC68-388A35252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Automatisation</a:t>
            </a:r>
            <a:r>
              <a:rPr lang="en-ZA" dirty="0"/>
              <a:t> des tests 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A6893-5AD9-AE16-027E-0F4B0BD79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Objectif : intégrer tests dans le pipeline CI</a:t>
            </a:r>
          </a:p>
          <a:p>
            <a:r>
              <a:rPr lang="fr-FR" dirty="0">
                <a:latin typeface="Montserrat" pitchFamily="2" charset="0"/>
              </a:rPr>
              <a:t>- Types de tests :</a:t>
            </a:r>
          </a:p>
          <a:p>
            <a:r>
              <a:rPr lang="fr-FR" dirty="0">
                <a:latin typeface="Montserrat" pitchFamily="2" charset="0"/>
              </a:rPr>
              <a:t>  - Unitaires</a:t>
            </a:r>
          </a:p>
          <a:p>
            <a:r>
              <a:rPr lang="fr-FR" dirty="0">
                <a:latin typeface="Montserrat" pitchFamily="2" charset="0"/>
              </a:rPr>
              <a:t>  - Intégration</a:t>
            </a:r>
          </a:p>
          <a:p>
            <a:r>
              <a:rPr lang="fr-FR" dirty="0">
                <a:latin typeface="Montserrat" pitchFamily="2" charset="0"/>
              </a:rPr>
              <a:t>  - Acceptance</a:t>
            </a:r>
          </a:p>
          <a:p>
            <a:r>
              <a:rPr lang="fr-FR" dirty="0">
                <a:latin typeface="Montserrat" pitchFamily="2" charset="0"/>
              </a:rPr>
              <a:t>  - Performance (</a:t>
            </a:r>
            <a:r>
              <a:rPr lang="fr-FR" dirty="0" err="1">
                <a:latin typeface="Montserrat" pitchFamily="2" charset="0"/>
              </a:rPr>
              <a:t>JMeter</a:t>
            </a:r>
            <a:r>
              <a:rPr lang="fr-FR" dirty="0">
                <a:latin typeface="Montserrat" pitchFamily="2" charset="0"/>
              </a:rPr>
              <a:t>)</a:t>
            </a:r>
          </a:p>
          <a:p>
            <a:r>
              <a:rPr lang="fr-FR" dirty="0">
                <a:latin typeface="Montserrat" pitchFamily="2" charset="0"/>
              </a:rPr>
              <a:t>- Avantages :</a:t>
            </a:r>
          </a:p>
          <a:p>
            <a:r>
              <a:rPr lang="fr-FR" dirty="0">
                <a:latin typeface="Montserrat" pitchFamily="2" charset="0"/>
              </a:rPr>
              <a:t>  - Détection rapide des bugs</a:t>
            </a:r>
          </a:p>
          <a:p>
            <a:r>
              <a:rPr lang="fr-FR" dirty="0">
                <a:latin typeface="Montserrat" pitchFamily="2" charset="0"/>
              </a:rPr>
              <a:t>  - Mesure de la qualité du code</a:t>
            </a:r>
          </a:p>
          <a:p>
            <a:r>
              <a:rPr lang="fr-FR" dirty="0">
                <a:latin typeface="Montserrat" pitchFamily="2" charset="0"/>
              </a:rPr>
              <a:t>  - Optimisation du temps de validation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1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9A33DA-3635-1572-484D-5B13D0298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Tests </a:t>
            </a:r>
            <a:r>
              <a:rPr lang="en-ZA" dirty="0" err="1"/>
              <a:t>unitaires</a:t>
            </a:r>
            <a:r>
              <a:rPr lang="en-ZA" dirty="0"/>
              <a:t> et </a:t>
            </a:r>
            <a:r>
              <a:rPr lang="en-ZA" dirty="0" err="1"/>
              <a:t>d’intégration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6855E-FF6C-9951-C9DA-CCCC8D6C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 err="1">
                <a:latin typeface="Montserrat" pitchFamily="2" charset="0"/>
              </a:rPr>
              <a:t>Exemple</a:t>
            </a:r>
            <a:r>
              <a:rPr lang="en-ZA" sz="2400" dirty="0">
                <a:latin typeface="Montserrat" pitchFamily="2" charset="0"/>
              </a:rPr>
              <a:t> Maven : JUnit, TestNG</a:t>
            </a:r>
          </a:p>
          <a:p>
            <a:pPr marL="342900" indent="-342900">
              <a:buFontTx/>
              <a:buChar char="-"/>
            </a:pPr>
            <a:endParaRPr lang="en-ZA" sz="2400" dirty="0">
              <a:latin typeface="Montserrat" pitchFamily="2" charset="0"/>
            </a:endParaRPr>
          </a:p>
          <a:p>
            <a:r>
              <a:rPr lang="en-ZA" sz="2000" b="1" dirty="0">
                <a:latin typeface="Montserrat" pitchFamily="2" charset="0"/>
              </a:rPr>
              <a:t>stage('Unit Tests') {</a:t>
            </a:r>
          </a:p>
          <a:p>
            <a:r>
              <a:rPr lang="en-ZA" sz="2000" b="1" dirty="0">
                <a:latin typeface="Montserrat" pitchFamily="2" charset="0"/>
              </a:rPr>
              <a:t>  steps {</a:t>
            </a:r>
          </a:p>
          <a:p>
            <a:r>
              <a:rPr lang="en-ZA" sz="2000" b="1" dirty="0">
                <a:latin typeface="Montserrat" pitchFamily="2" charset="0"/>
              </a:rPr>
              <a:t>    </a:t>
            </a:r>
            <a:r>
              <a:rPr lang="en-ZA" sz="2000" b="1" dirty="0" err="1">
                <a:latin typeface="Montserrat" pitchFamily="2" charset="0"/>
              </a:rPr>
              <a:t>sh</a:t>
            </a:r>
            <a:r>
              <a:rPr lang="en-ZA" sz="2000" b="1" dirty="0">
                <a:latin typeface="Montserrat" pitchFamily="2" charset="0"/>
              </a:rPr>
              <a:t> '</a:t>
            </a:r>
            <a:r>
              <a:rPr lang="en-ZA" sz="2000" b="1" dirty="0" err="1">
                <a:latin typeface="Montserrat" pitchFamily="2" charset="0"/>
              </a:rPr>
              <a:t>mvn</a:t>
            </a:r>
            <a:r>
              <a:rPr lang="en-ZA" sz="2000" b="1" dirty="0">
                <a:latin typeface="Montserrat" pitchFamily="2" charset="0"/>
              </a:rPr>
              <a:t> test'</a:t>
            </a:r>
          </a:p>
          <a:p>
            <a:r>
              <a:rPr lang="en-ZA" sz="2000" b="1" dirty="0">
                <a:latin typeface="Montserrat" pitchFamily="2" charset="0"/>
              </a:rPr>
              <a:t>    </a:t>
            </a:r>
            <a:r>
              <a:rPr lang="en-ZA" sz="2000" b="1" dirty="0" err="1">
                <a:latin typeface="Montserrat" pitchFamily="2" charset="0"/>
              </a:rPr>
              <a:t>junit</a:t>
            </a:r>
            <a:r>
              <a:rPr lang="en-ZA" sz="2000" b="1" dirty="0">
                <a:latin typeface="Montserrat" pitchFamily="2" charset="0"/>
              </a:rPr>
              <a:t> 'target/surefire-reports/*.xml'</a:t>
            </a:r>
          </a:p>
          <a:p>
            <a:r>
              <a:rPr lang="en-ZA" sz="2000" b="1" dirty="0">
                <a:latin typeface="Montserrat" pitchFamily="2" charset="0"/>
              </a:rPr>
              <a:t>  }</a:t>
            </a:r>
          </a:p>
          <a:p>
            <a:r>
              <a:rPr lang="en-ZA" sz="2000" b="1" dirty="0">
                <a:latin typeface="Montserrat" pitchFamily="2" charset="0"/>
              </a:rPr>
              <a:t>}</a:t>
            </a:r>
          </a:p>
          <a:p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Rapport des tests visible dans Jenkins</a:t>
            </a:r>
          </a:p>
          <a:p>
            <a:r>
              <a:rPr lang="en-ZA" sz="2400" dirty="0">
                <a:latin typeface="Montserrat" pitchFamily="2" charset="0"/>
              </a:rPr>
              <a:t>- Fail build </a:t>
            </a:r>
            <a:r>
              <a:rPr lang="en-ZA" sz="2400" dirty="0" err="1">
                <a:latin typeface="Montserrat" pitchFamily="2" charset="0"/>
              </a:rPr>
              <a:t>si</a:t>
            </a:r>
            <a:r>
              <a:rPr lang="en-ZA" sz="2400" dirty="0">
                <a:latin typeface="Montserrat" pitchFamily="2" charset="0"/>
              </a:rPr>
              <a:t> tests </a:t>
            </a:r>
            <a:r>
              <a:rPr lang="en-ZA" sz="2400" dirty="0" err="1">
                <a:latin typeface="Montserrat" pitchFamily="2" charset="0"/>
              </a:rPr>
              <a:t>échouent</a:t>
            </a:r>
            <a:endParaRPr lang="en-ZA" sz="2400" dirty="0">
              <a:latin typeface="Montserrat" pitchFamily="2" charset="0"/>
            </a:endParaRPr>
          </a:p>
          <a:p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99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EA5C9-7D85-0055-3475-BA889F80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Tests </a:t>
            </a:r>
            <a:r>
              <a:rPr lang="en-ZA" dirty="0" err="1"/>
              <a:t>d’acceptance</a:t>
            </a:r>
            <a:r>
              <a:rPr lang="en-ZA" dirty="0"/>
              <a:t> et performance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9E4CD3-851C-48FD-5BA3-3FD689E0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dirty="0">
                <a:latin typeface="Montserrat" pitchFamily="2" charset="0"/>
              </a:rPr>
              <a:t>- Acceptance : Robot Framework, Selenium, Cypress</a:t>
            </a:r>
          </a:p>
          <a:p>
            <a:r>
              <a:rPr lang="en-ZA" sz="2000" dirty="0">
                <a:latin typeface="Montserrat" pitchFamily="2" charset="0"/>
              </a:rPr>
              <a:t>- Performance : JMeter</a:t>
            </a:r>
          </a:p>
          <a:p>
            <a:pPr marL="342900" indent="-342900">
              <a:buFontTx/>
              <a:buChar char="-"/>
            </a:pPr>
            <a:r>
              <a:rPr lang="en-ZA" sz="2000" dirty="0" err="1">
                <a:latin typeface="Montserrat" pitchFamily="2" charset="0"/>
              </a:rPr>
              <a:t>Exécution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automatique</a:t>
            </a:r>
            <a:r>
              <a:rPr lang="en-ZA" sz="2000" dirty="0">
                <a:latin typeface="Montserrat" pitchFamily="2" charset="0"/>
              </a:rPr>
              <a:t> dans pipeline :</a:t>
            </a:r>
          </a:p>
          <a:p>
            <a:pPr marL="342900" indent="-342900">
              <a:buFontTx/>
              <a:buChar char="-"/>
            </a:pPr>
            <a:endParaRPr lang="en-ZA" sz="2000" dirty="0">
              <a:latin typeface="Montserrat" pitchFamily="2" charset="0"/>
            </a:endParaRPr>
          </a:p>
          <a:p>
            <a:r>
              <a:rPr lang="en-ZA" sz="1800" b="1" dirty="0">
                <a:latin typeface="Montserrat" pitchFamily="2" charset="0"/>
              </a:rPr>
              <a:t>stage('Performance Test') {</a:t>
            </a:r>
          </a:p>
          <a:p>
            <a:r>
              <a:rPr lang="en-ZA" sz="1800" b="1" dirty="0">
                <a:latin typeface="Montserrat" pitchFamily="2" charset="0"/>
              </a:rPr>
              <a:t>  steps {</a:t>
            </a:r>
          </a:p>
          <a:p>
            <a:r>
              <a:rPr lang="en-ZA" sz="1800" b="1" dirty="0">
                <a:latin typeface="Montserrat" pitchFamily="2" charset="0"/>
              </a:rPr>
              <a:t>    </a:t>
            </a:r>
            <a:r>
              <a:rPr lang="en-ZA" sz="1800" b="1" dirty="0" err="1">
                <a:latin typeface="Montserrat" pitchFamily="2" charset="0"/>
              </a:rPr>
              <a:t>sh</a:t>
            </a:r>
            <a:r>
              <a:rPr lang="en-ZA" sz="1800" b="1" dirty="0">
                <a:latin typeface="Montserrat" pitchFamily="2" charset="0"/>
              </a:rPr>
              <a:t> '</a:t>
            </a:r>
            <a:r>
              <a:rPr lang="en-ZA" sz="1800" b="1" dirty="0" err="1">
                <a:latin typeface="Montserrat" pitchFamily="2" charset="0"/>
              </a:rPr>
              <a:t>jmeter</a:t>
            </a:r>
            <a:r>
              <a:rPr lang="en-ZA" sz="1800" b="1" dirty="0">
                <a:latin typeface="Montserrat" pitchFamily="2" charset="0"/>
              </a:rPr>
              <a:t> -n -t </a:t>
            </a:r>
            <a:r>
              <a:rPr lang="en-ZA" sz="1800" b="1" dirty="0" err="1">
                <a:latin typeface="Montserrat" pitchFamily="2" charset="0"/>
              </a:rPr>
              <a:t>test_plan.jmx</a:t>
            </a:r>
            <a:r>
              <a:rPr lang="en-ZA" sz="1800" b="1" dirty="0">
                <a:latin typeface="Montserrat" pitchFamily="2" charset="0"/>
              </a:rPr>
              <a:t> -l </a:t>
            </a:r>
            <a:r>
              <a:rPr lang="en-ZA" sz="1800" b="1" dirty="0" err="1">
                <a:latin typeface="Montserrat" pitchFamily="2" charset="0"/>
              </a:rPr>
              <a:t>result.jtl</a:t>
            </a:r>
            <a:r>
              <a:rPr lang="en-ZA" sz="1800" b="1" dirty="0">
                <a:latin typeface="Montserrat" pitchFamily="2" charset="0"/>
              </a:rPr>
              <a:t>'</a:t>
            </a:r>
          </a:p>
          <a:p>
            <a:r>
              <a:rPr lang="en-ZA" sz="1800" b="1" dirty="0">
                <a:latin typeface="Montserrat" pitchFamily="2" charset="0"/>
              </a:rPr>
              <a:t>    </a:t>
            </a:r>
            <a:r>
              <a:rPr lang="en-ZA" sz="1800" b="1" dirty="0" err="1">
                <a:latin typeface="Montserrat" pitchFamily="2" charset="0"/>
              </a:rPr>
              <a:t>publishHTML</a:t>
            </a:r>
            <a:r>
              <a:rPr lang="en-ZA" sz="1800" b="1" dirty="0">
                <a:latin typeface="Montserrat" pitchFamily="2" charset="0"/>
              </a:rPr>
              <a:t>([</a:t>
            </a:r>
            <a:r>
              <a:rPr lang="en-ZA" sz="1800" b="1" dirty="0" err="1">
                <a:latin typeface="Montserrat" pitchFamily="2" charset="0"/>
              </a:rPr>
              <a:t>reportDir</a:t>
            </a:r>
            <a:r>
              <a:rPr lang="en-ZA" sz="1800" b="1" dirty="0">
                <a:latin typeface="Montserrat" pitchFamily="2" charset="0"/>
              </a:rPr>
              <a:t>: '</a:t>
            </a:r>
            <a:r>
              <a:rPr lang="en-ZA" sz="1800" b="1" dirty="0" err="1">
                <a:latin typeface="Montserrat" pitchFamily="2" charset="0"/>
              </a:rPr>
              <a:t>jmeter</a:t>
            </a:r>
            <a:r>
              <a:rPr lang="en-ZA" sz="1800" b="1" dirty="0">
                <a:latin typeface="Montserrat" pitchFamily="2" charset="0"/>
              </a:rPr>
              <a:t>-report', </a:t>
            </a:r>
            <a:r>
              <a:rPr lang="en-ZA" sz="1800" b="1" dirty="0" err="1">
                <a:latin typeface="Montserrat" pitchFamily="2" charset="0"/>
              </a:rPr>
              <a:t>reportFiles</a:t>
            </a:r>
            <a:r>
              <a:rPr lang="en-ZA" sz="1800" b="1" dirty="0">
                <a:latin typeface="Montserrat" pitchFamily="2" charset="0"/>
              </a:rPr>
              <a:t>: 'index.html', </a:t>
            </a:r>
            <a:r>
              <a:rPr lang="en-ZA" sz="1800" b="1" dirty="0" err="1">
                <a:latin typeface="Montserrat" pitchFamily="2" charset="0"/>
              </a:rPr>
              <a:t>reportName</a:t>
            </a:r>
            <a:r>
              <a:rPr lang="en-ZA" sz="1800" b="1" dirty="0">
                <a:latin typeface="Montserrat" pitchFamily="2" charset="0"/>
              </a:rPr>
              <a:t>: 'Perf Test'])</a:t>
            </a:r>
          </a:p>
          <a:p>
            <a:r>
              <a:rPr lang="en-ZA" sz="1800" b="1" dirty="0">
                <a:latin typeface="Montserrat" pitchFamily="2" charset="0"/>
              </a:rPr>
              <a:t>  }</a:t>
            </a:r>
          </a:p>
          <a:p>
            <a:r>
              <a:rPr lang="en-ZA" sz="1800" b="1" dirty="0">
                <a:latin typeface="Montserrat" pitchFamily="2" charset="0"/>
              </a:rPr>
              <a:t>}</a:t>
            </a:r>
          </a:p>
          <a:p>
            <a:r>
              <a:rPr lang="en-ZA" sz="2000" dirty="0">
                <a:latin typeface="Montserrat" pitchFamily="2" charset="0"/>
              </a:rPr>
              <a:t>- </a:t>
            </a:r>
            <a:r>
              <a:rPr lang="en-ZA" sz="2000" dirty="0" err="1">
                <a:latin typeface="Montserrat" pitchFamily="2" charset="0"/>
              </a:rPr>
              <a:t>Permet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suivi</a:t>
            </a:r>
            <a:r>
              <a:rPr lang="en-ZA" sz="2000" dirty="0">
                <a:latin typeface="Montserrat" pitchFamily="2" charset="0"/>
              </a:rPr>
              <a:t> des </a:t>
            </a:r>
            <a:r>
              <a:rPr lang="en-ZA" sz="2000" dirty="0" err="1">
                <a:latin typeface="Montserrat" pitchFamily="2" charset="0"/>
              </a:rPr>
              <a:t>indicateurs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clés</a:t>
            </a:r>
            <a:endParaRPr lang="en-ZA" sz="2000" dirty="0">
              <a:latin typeface="Montserrat" pitchFamily="2" charset="0"/>
            </a:endParaRPr>
          </a:p>
          <a:p>
            <a:endParaRPr lang="en-ZA" sz="2000" dirty="0">
              <a:latin typeface="Montserrat" pitchFamily="2" charset="0"/>
            </a:endParaRPr>
          </a:p>
          <a:p>
            <a:endParaRPr lang="en-ZA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36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2E6642-E276-B5F3-550E-87B9B0D1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Optimisation des temps de test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5519F-3122-3B25-BDA9-24939D228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err="1">
                <a:latin typeface="Montserrat" pitchFamily="2" charset="0"/>
              </a:rPr>
              <a:t>Parallélisation</a:t>
            </a:r>
            <a:r>
              <a:rPr lang="en-ZA" dirty="0">
                <a:latin typeface="Montserrat" pitchFamily="2" charset="0"/>
              </a:rPr>
              <a:t> des tests :</a:t>
            </a:r>
          </a:p>
          <a:p>
            <a:pPr marL="457200" indent="-457200">
              <a:buFontTx/>
              <a:buChar char="-"/>
            </a:pPr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parallel {</a:t>
            </a:r>
          </a:p>
          <a:p>
            <a:r>
              <a:rPr lang="en-ZA" sz="2400" b="1" dirty="0">
                <a:latin typeface="Montserrat" pitchFamily="2" charset="0"/>
              </a:rPr>
              <a:t>  unit { </a:t>
            </a:r>
            <a:r>
              <a:rPr lang="en-ZA" sz="2400" b="1" dirty="0" err="1">
                <a:latin typeface="Montserrat" pitchFamily="2" charset="0"/>
              </a:rPr>
              <a:t>sh</a:t>
            </a:r>
            <a:r>
              <a:rPr lang="en-ZA" sz="2400" b="1" dirty="0">
                <a:latin typeface="Montserrat" pitchFamily="2" charset="0"/>
              </a:rPr>
              <a:t> '</a:t>
            </a:r>
            <a:r>
              <a:rPr lang="en-ZA" sz="2400" b="1" dirty="0" err="1">
                <a:latin typeface="Montserrat" pitchFamily="2" charset="0"/>
              </a:rPr>
              <a:t>mvn</a:t>
            </a:r>
            <a:r>
              <a:rPr lang="en-ZA" sz="2400" b="1" dirty="0">
                <a:latin typeface="Montserrat" pitchFamily="2" charset="0"/>
              </a:rPr>
              <a:t> test' }</a:t>
            </a:r>
          </a:p>
          <a:p>
            <a:r>
              <a:rPr lang="en-ZA" sz="2400" b="1" dirty="0">
                <a:latin typeface="Montserrat" pitchFamily="2" charset="0"/>
              </a:rPr>
              <a:t>  integration { </a:t>
            </a:r>
            <a:r>
              <a:rPr lang="en-ZA" sz="2400" b="1" dirty="0" err="1">
                <a:latin typeface="Montserrat" pitchFamily="2" charset="0"/>
              </a:rPr>
              <a:t>sh</a:t>
            </a:r>
            <a:r>
              <a:rPr lang="en-ZA" sz="2400" b="1" dirty="0">
                <a:latin typeface="Montserrat" pitchFamily="2" charset="0"/>
              </a:rPr>
              <a:t> '</a:t>
            </a:r>
            <a:r>
              <a:rPr lang="en-ZA" sz="2400" b="1" dirty="0" err="1">
                <a:latin typeface="Montserrat" pitchFamily="2" charset="0"/>
              </a:rPr>
              <a:t>mvn</a:t>
            </a:r>
            <a:r>
              <a:rPr lang="en-ZA" sz="2400" b="1" dirty="0">
                <a:latin typeface="Montserrat" pitchFamily="2" charset="0"/>
              </a:rPr>
              <a:t> verify' }</a:t>
            </a:r>
          </a:p>
          <a:p>
            <a:r>
              <a:rPr lang="en-ZA" sz="2400" b="1" dirty="0">
                <a:latin typeface="Montserrat" pitchFamily="2" charset="0"/>
              </a:rPr>
              <a:t>}</a:t>
            </a:r>
          </a:p>
          <a:p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Cache Maven / Gradle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Exécuter</a:t>
            </a:r>
            <a:r>
              <a:rPr lang="en-ZA" dirty="0">
                <a:latin typeface="Montserrat" pitchFamily="2" charset="0"/>
              </a:rPr>
              <a:t> tests sur agents </a:t>
            </a:r>
            <a:r>
              <a:rPr lang="en-ZA" dirty="0" err="1">
                <a:latin typeface="Montserrat" pitchFamily="2" charset="0"/>
              </a:rPr>
              <a:t>différents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Réduire</a:t>
            </a:r>
            <a:r>
              <a:rPr lang="en-ZA" dirty="0">
                <a:latin typeface="Montserrat" pitchFamily="2" charset="0"/>
              </a:rPr>
              <a:t> le temps total de pipeline</a:t>
            </a:r>
          </a:p>
        </p:txBody>
      </p:sp>
    </p:spTree>
    <p:extLst>
      <p:ext uri="{BB962C8B-B14F-4D97-AF65-F5344CB8AC3E}">
        <p14:creationId xmlns:p14="http://schemas.microsoft.com/office/powerpoint/2010/main" val="372300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EE01-6192-4774-5F25-E6E0DFB6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4EFB1-B26B-79A1-8205-50A5BB5F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(tp-mod4)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38671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4E63-B828-6DF5-CB29-FB0FFBC0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87B85-68AC-5112-87FF-A05B1F5D2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728" y="1851670"/>
            <a:ext cx="5194569" cy="2854155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Modules 5: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Déploiement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05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B6DE58-3225-5CAC-8F13-8C72666D5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Automatisation</a:t>
            </a:r>
            <a:r>
              <a:rPr lang="en-ZA" dirty="0"/>
              <a:t> du </a:t>
            </a:r>
            <a:r>
              <a:rPr lang="en-ZA" dirty="0" err="1"/>
              <a:t>déploiement</a:t>
            </a:r>
            <a:r>
              <a:rPr lang="en-ZA" dirty="0"/>
              <a:t> 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7D1DA-1F77-498A-1AC3-E3FFCC73A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endParaRPr lang="fr-FR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- Objectif : déployer automatiquement les artefacts construits</a:t>
            </a:r>
          </a:p>
          <a:p>
            <a:pPr marL="457200" indent="-457200">
              <a:buFontTx/>
              <a:buChar char="-"/>
            </a:pPr>
            <a:endParaRPr lang="fr-FR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- Avantages :</a:t>
            </a:r>
          </a:p>
          <a:p>
            <a:r>
              <a:rPr lang="fr-FR" dirty="0">
                <a:latin typeface="Montserrat" pitchFamily="2" charset="0"/>
              </a:rPr>
              <a:t>  - Gain de temps</a:t>
            </a:r>
          </a:p>
          <a:p>
            <a:r>
              <a:rPr lang="fr-FR" dirty="0">
                <a:latin typeface="Montserrat" pitchFamily="2" charset="0"/>
              </a:rPr>
              <a:t>  - Réduction des erreurs humaines</a:t>
            </a:r>
          </a:p>
          <a:p>
            <a:r>
              <a:rPr lang="fr-FR" dirty="0">
                <a:latin typeface="Montserrat" pitchFamily="2" charset="0"/>
              </a:rPr>
              <a:t>  - Déploiement répétable et standardisé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15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20B049-0C34-F71D-1DDD-AAC7DA86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Script de </a:t>
            </a:r>
            <a:r>
              <a:rPr lang="en-ZA" dirty="0" err="1"/>
              <a:t>déploiement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6BD098-B386-EA49-C8D8-6446AACED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dirty="0" err="1">
                <a:latin typeface="Montserrat" pitchFamily="2" charset="0"/>
              </a:rPr>
              <a:t>Exemple</a:t>
            </a:r>
            <a:r>
              <a:rPr lang="en-ZA" sz="2000" dirty="0">
                <a:latin typeface="Montserrat" pitchFamily="2" charset="0"/>
              </a:rPr>
              <a:t> : bash simple</a:t>
            </a:r>
          </a:p>
          <a:p>
            <a:endParaRPr lang="en-ZA" sz="2000" dirty="0">
              <a:latin typeface="Montserrat" pitchFamily="2" charset="0"/>
            </a:endParaRPr>
          </a:p>
          <a:p>
            <a:r>
              <a:rPr lang="en-ZA" sz="1800" b="1" dirty="0">
                <a:latin typeface="Montserrat" pitchFamily="2" charset="0"/>
              </a:rPr>
              <a:t>#!/bin/bash</a:t>
            </a:r>
          </a:p>
          <a:p>
            <a:r>
              <a:rPr lang="en-ZA" sz="1800" b="1" dirty="0">
                <a:latin typeface="Montserrat" pitchFamily="2" charset="0"/>
              </a:rPr>
              <a:t>echo "</a:t>
            </a:r>
            <a:r>
              <a:rPr lang="en-ZA" sz="1800" b="1" dirty="0" err="1">
                <a:latin typeface="Montserrat" pitchFamily="2" charset="0"/>
              </a:rPr>
              <a:t>Déploiement</a:t>
            </a:r>
            <a:r>
              <a:rPr lang="en-ZA" sz="1800" b="1" dirty="0">
                <a:latin typeface="Montserrat" pitchFamily="2" charset="0"/>
              </a:rPr>
              <a:t> de ${VERSION} sur ${ENV}"</a:t>
            </a:r>
          </a:p>
          <a:p>
            <a:r>
              <a:rPr lang="en-ZA" sz="1800" b="1" dirty="0" err="1">
                <a:latin typeface="Montserrat" pitchFamily="2" charset="0"/>
              </a:rPr>
              <a:t>scp</a:t>
            </a:r>
            <a:r>
              <a:rPr lang="en-ZA" sz="1800" b="1" dirty="0">
                <a:latin typeface="Montserrat" pitchFamily="2" charset="0"/>
              </a:rPr>
              <a:t> target/app.jar </a:t>
            </a:r>
            <a:r>
              <a:rPr lang="en-ZA" sz="1800" b="1" dirty="0" err="1">
                <a:latin typeface="Montserrat" pitchFamily="2" charset="0"/>
              </a:rPr>
              <a:t>user@server</a:t>
            </a:r>
            <a:r>
              <a:rPr lang="en-ZA" sz="1800" b="1" dirty="0">
                <a:latin typeface="Montserrat" pitchFamily="2" charset="0"/>
              </a:rPr>
              <a:t>:/deploy/</a:t>
            </a:r>
          </a:p>
          <a:p>
            <a:r>
              <a:rPr lang="en-ZA" sz="1800" b="1" dirty="0">
                <a:latin typeface="Montserrat" pitchFamily="2" charset="0"/>
              </a:rPr>
              <a:t>ssh </a:t>
            </a:r>
            <a:r>
              <a:rPr lang="en-ZA" sz="1800" b="1" dirty="0" err="1">
                <a:latin typeface="Montserrat" pitchFamily="2" charset="0"/>
              </a:rPr>
              <a:t>user@server</a:t>
            </a:r>
            <a:r>
              <a:rPr lang="en-ZA" sz="1800" b="1" dirty="0">
                <a:latin typeface="Montserrat" pitchFamily="2" charset="0"/>
              </a:rPr>
              <a:t> "</a:t>
            </a:r>
            <a:r>
              <a:rPr lang="en-ZA" sz="1800" b="1" dirty="0" err="1">
                <a:latin typeface="Montserrat" pitchFamily="2" charset="0"/>
              </a:rPr>
              <a:t>systemctl</a:t>
            </a:r>
            <a:r>
              <a:rPr lang="en-ZA" sz="1800" b="1" dirty="0">
                <a:latin typeface="Montserrat" pitchFamily="2" charset="0"/>
              </a:rPr>
              <a:t> restart </a:t>
            </a:r>
            <a:r>
              <a:rPr lang="en-ZA" sz="1800" b="1" dirty="0" err="1">
                <a:latin typeface="Montserrat" pitchFamily="2" charset="0"/>
              </a:rPr>
              <a:t>app.service</a:t>
            </a:r>
            <a:r>
              <a:rPr lang="en-ZA" sz="1800" b="1" dirty="0">
                <a:latin typeface="Montserrat" pitchFamily="2" charset="0"/>
              </a:rPr>
              <a:t>"</a:t>
            </a:r>
          </a:p>
          <a:p>
            <a:endParaRPr lang="en-ZA" sz="2000" dirty="0">
              <a:latin typeface="Montserrat" pitchFamily="2" charset="0"/>
            </a:endParaRPr>
          </a:p>
          <a:p>
            <a:r>
              <a:rPr lang="en-ZA" sz="2000" dirty="0" err="1">
                <a:latin typeface="Montserrat" pitchFamily="2" charset="0"/>
              </a:rPr>
              <a:t>Intégration</a:t>
            </a:r>
            <a:r>
              <a:rPr lang="en-ZA" sz="2000" dirty="0">
                <a:latin typeface="Montserrat" pitchFamily="2" charset="0"/>
              </a:rPr>
              <a:t> dans </a:t>
            </a:r>
            <a:r>
              <a:rPr lang="en-ZA" sz="2000" dirty="0" err="1">
                <a:latin typeface="Montserrat" pitchFamily="2" charset="0"/>
              </a:rPr>
              <a:t>Jenkinsfile</a:t>
            </a:r>
            <a:r>
              <a:rPr lang="en-ZA" sz="2000" dirty="0">
                <a:latin typeface="Montserrat" pitchFamily="2" charset="0"/>
              </a:rPr>
              <a:t> :</a:t>
            </a:r>
          </a:p>
          <a:p>
            <a:pPr marL="342900" indent="-342900">
              <a:buFontTx/>
              <a:buChar char="-"/>
            </a:pPr>
            <a:endParaRPr lang="en-ZA" sz="2000" dirty="0">
              <a:latin typeface="Montserrat" pitchFamily="2" charset="0"/>
            </a:endParaRPr>
          </a:p>
          <a:p>
            <a:r>
              <a:rPr lang="en-ZA" sz="1800" b="1" dirty="0">
                <a:latin typeface="Montserrat" pitchFamily="2" charset="0"/>
              </a:rPr>
              <a:t>stage('Deploy') {</a:t>
            </a:r>
          </a:p>
          <a:p>
            <a:r>
              <a:rPr lang="en-ZA" sz="1800" b="1" dirty="0">
                <a:latin typeface="Montserrat" pitchFamily="2" charset="0"/>
              </a:rPr>
              <a:t>  steps {</a:t>
            </a:r>
          </a:p>
          <a:p>
            <a:r>
              <a:rPr lang="en-ZA" sz="1800" b="1" dirty="0">
                <a:latin typeface="Montserrat" pitchFamily="2" charset="0"/>
              </a:rPr>
              <a:t>    </a:t>
            </a:r>
            <a:r>
              <a:rPr lang="en-ZA" sz="1800" b="1" dirty="0" err="1">
                <a:latin typeface="Montserrat" pitchFamily="2" charset="0"/>
              </a:rPr>
              <a:t>sh</a:t>
            </a:r>
            <a:r>
              <a:rPr lang="en-ZA" sz="1800" b="1" dirty="0">
                <a:latin typeface="Montserrat" pitchFamily="2" charset="0"/>
              </a:rPr>
              <a:t> './deploy.sh'</a:t>
            </a:r>
          </a:p>
          <a:p>
            <a:r>
              <a:rPr lang="en-ZA" sz="1800" b="1" dirty="0">
                <a:latin typeface="Montserrat" pitchFamily="2" charset="0"/>
              </a:rPr>
              <a:t>  }</a:t>
            </a:r>
          </a:p>
          <a:p>
            <a:r>
              <a:rPr lang="en-ZA" sz="1800" b="1" dirty="0">
                <a:latin typeface="Montserrat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514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6A3BF-738F-9041-5B68-06ABD0FE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à jour des bases de données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F132AB-A9B0-9189-0FDA-A1C27B64A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Migration </a:t>
            </a:r>
            <a:r>
              <a:rPr lang="en-ZA" dirty="0" err="1">
                <a:latin typeface="Montserrat" pitchFamily="2" charset="0"/>
              </a:rPr>
              <a:t>automatisée</a:t>
            </a:r>
            <a:r>
              <a:rPr lang="en-ZA" dirty="0">
                <a:latin typeface="Montserrat" pitchFamily="2" charset="0"/>
              </a:rPr>
              <a:t> : Liquibase / Flyway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Exemple</a:t>
            </a:r>
            <a:r>
              <a:rPr lang="en-ZA" dirty="0">
                <a:latin typeface="Montserrat" pitchFamily="2" charset="0"/>
              </a:rPr>
              <a:t> étape pipeline :</a:t>
            </a:r>
          </a:p>
          <a:p>
            <a:pPr marL="457200" indent="-457200">
              <a:buFontTx/>
              <a:buChar char="-"/>
            </a:pPr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stage('DB Migration') {</a:t>
            </a:r>
          </a:p>
          <a:p>
            <a:r>
              <a:rPr lang="en-ZA" sz="2400" b="1" dirty="0">
                <a:latin typeface="Montserrat" pitchFamily="2" charset="0"/>
              </a:rPr>
              <a:t>  steps {</a:t>
            </a:r>
          </a:p>
          <a:p>
            <a:r>
              <a:rPr lang="en-ZA" sz="2400" b="1" dirty="0">
                <a:latin typeface="Montserrat" pitchFamily="2" charset="0"/>
              </a:rPr>
              <a:t>    </a:t>
            </a:r>
            <a:r>
              <a:rPr lang="en-ZA" sz="2400" b="1" dirty="0" err="1">
                <a:latin typeface="Montserrat" pitchFamily="2" charset="0"/>
              </a:rPr>
              <a:t>sh</a:t>
            </a:r>
            <a:r>
              <a:rPr lang="en-ZA" sz="2400" b="1" dirty="0">
                <a:latin typeface="Montserrat" pitchFamily="2" charset="0"/>
              </a:rPr>
              <a:t> '</a:t>
            </a:r>
            <a:r>
              <a:rPr lang="en-ZA" sz="2400" b="1" dirty="0" err="1">
                <a:latin typeface="Montserrat" pitchFamily="2" charset="0"/>
              </a:rPr>
              <a:t>liquibase</a:t>
            </a:r>
            <a:r>
              <a:rPr lang="en-ZA" sz="2400" b="1" dirty="0">
                <a:latin typeface="Montserrat" pitchFamily="2" charset="0"/>
              </a:rPr>
              <a:t> update'</a:t>
            </a:r>
          </a:p>
          <a:p>
            <a:r>
              <a:rPr lang="en-ZA" sz="2400" b="1" dirty="0">
                <a:latin typeface="Montserrat" pitchFamily="2" charset="0"/>
              </a:rPr>
              <a:t>  }</a:t>
            </a:r>
          </a:p>
          <a:p>
            <a:r>
              <a:rPr lang="en-ZA" sz="2400" b="1" dirty="0">
                <a:latin typeface="Montserrat" pitchFamily="2" charset="0"/>
              </a:rPr>
              <a:t>}</a:t>
            </a:r>
          </a:p>
          <a:p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Rollback possible </a:t>
            </a:r>
            <a:r>
              <a:rPr lang="en-ZA" dirty="0" err="1">
                <a:latin typeface="Montserrat" pitchFamily="2" charset="0"/>
              </a:rPr>
              <a:t>si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déploiement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échoue</a:t>
            </a:r>
            <a:endParaRPr lang="en-ZA" dirty="0">
              <a:latin typeface="Montserrat" pitchFamily="2" charset="0"/>
            </a:endParaRPr>
          </a:p>
          <a:p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27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A3C86-A708-99BA-229F-5942A61DC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Tests </a:t>
            </a:r>
            <a:r>
              <a:rPr lang="en-ZA" dirty="0" err="1"/>
              <a:t>minimaux</a:t>
            </a:r>
            <a:r>
              <a:rPr lang="en-ZA" dirty="0"/>
              <a:t> avant </a:t>
            </a:r>
            <a:r>
              <a:rPr lang="en-ZA" dirty="0" err="1"/>
              <a:t>déploiement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F6F161-90CF-B773-CC6A-AB8313111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Smoke tests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Vérification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fichiers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générés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Ping </a:t>
            </a:r>
            <a:r>
              <a:rPr lang="en-ZA" dirty="0" err="1">
                <a:latin typeface="Montserrat" pitchFamily="2" charset="0"/>
              </a:rPr>
              <a:t>serveur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cible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Exemple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pPr marL="457200" indent="-457200">
              <a:buFontTx/>
              <a:buChar char="-"/>
            </a:pPr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stage('Smoke Test') {</a:t>
            </a:r>
          </a:p>
          <a:p>
            <a:r>
              <a:rPr lang="en-ZA" sz="2400" b="1" dirty="0">
                <a:latin typeface="Montserrat" pitchFamily="2" charset="0"/>
              </a:rPr>
              <a:t>  steps {</a:t>
            </a:r>
          </a:p>
          <a:p>
            <a:r>
              <a:rPr lang="en-ZA" sz="2400" b="1" dirty="0">
                <a:latin typeface="Montserrat" pitchFamily="2" charset="0"/>
              </a:rPr>
              <a:t>    </a:t>
            </a:r>
            <a:r>
              <a:rPr lang="en-ZA" sz="2400" b="1" dirty="0" err="1">
                <a:latin typeface="Montserrat" pitchFamily="2" charset="0"/>
              </a:rPr>
              <a:t>sh</a:t>
            </a:r>
            <a:r>
              <a:rPr lang="en-ZA" sz="2400" b="1" dirty="0">
                <a:latin typeface="Montserrat" pitchFamily="2" charset="0"/>
              </a:rPr>
              <a:t> 'curl -f http://server/health || exit 1'</a:t>
            </a:r>
          </a:p>
          <a:p>
            <a:r>
              <a:rPr lang="en-ZA" sz="2400" b="1" dirty="0">
                <a:latin typeface="Montserrat" pitchFamily="2" charset="0"/>
              </a:rPr>
              <a:t>  }</a:t>
            </a:r>
          </a:p>
          <a:p>
            <a:r>
              <a:rPr lang="en-ZA" sz="2400" b="1" dirty="0">
                <a:latin typeface="Montserrat" pitchFamily="2" charset="0"/>
              </a:rPr>
              <a:t>}</a:t>
            </a:r>
            <a:endParaRPr lang="en-ZA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89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D7964-BB25-42E6-73B7-A1DC1B16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Rollback </a:t>
            </a:r>
            <a:r>
              <a:rPr lang="en-ZA" dirty="0" err="1"/>
              <a:t>en</a:t>
            </a:r>
            <a:r>
              <a:rPr lang="en-ZA" dirty="0"/>
              <a:t> </a:t>
            </a:r>
            <a:r>
              <a:rPr lang="en-ZA" dirty="0" err="1"/>
              <a:t>cas</a:t>
            </a:r>
            <a:r>
              <a:rPr lang="en-ZA" dirty="0"/>
              <a:t> </a:t>
            </a:r>
            <a:r>
              <a:rPr lang="en-ZA" dirty="0" err="1"/>
              <a:t>d’échec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4D1A98-C5F4-3A13-D10F-AD33E7AFC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843558"/>
            <a:ext cx="8515349" cy="3672408"/>
          </a:xfrm>
        </p:spPr>
        <p:txBody>
          <a:bodyPr/>
          <a:lstStyle/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Restaurer</a:t>
            </a:r>
            <a:r>
              <a:rPr lang="en-ZA" dirty="0">
                <a:latin typeface="Montserrat" pitchFamily="2" charset="0"/>
              </a:rPr>
              <a:t> artefact </a:t>
            </a:r>
            <a:r>
              <a:rPr lang="en-ZA" dirty="0" err="1">
                <a:latin typeface="Montserrat" pitchFamily="2" charset="0"/>
              </a:rPr>
              <a:t>précédent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Restore DB snapshot</a:t>
            </a:r>
          </a:p>
          <a:p>
            <a:pPr marL="457200" indent="-457200">
              <a:buFontTx/>
              <a:buChar char="-"/>
            </a:pPr>
            <a:r>
              <a:rPr lang="en-ZA" dirty="0">
                <a:latin typeface="Montserrat" pitchFamily="2" charset="0"/>
              </a:rPr>
              <a:t>Notifier équipe </a:t>
            </a:r>
            <a:r>
              <a:rPr lang="en-ZA" dirty="0" err="1">
                <a:latin typeface="Montserrat" pitchFamily="2" charset="0"/>
              </a:rPr>
              <a:t>en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cas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d’échec</a:t>
            </a:r>
            <a:endParaRPr lang="en-ZA" dirty="0">
              <a:latin typeface="Montserrat" pitchFamily="2" charset="0"/>
            </a:endParaRPr>
          </a:p>
          <a:p>
            <a:pPr marL="457200" indent="-457200">
              <a:buFontTx/>
              <a:buChar char="-"/>
            </a:pPr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post {</a:t>
            </a:r>
          </a:p>
          <a:p>
            <a:r>
              <a:rPr lang="en-ZA" sz="2400" b="1" dirty="0">
                <a:latin typeface="Montserrat" pitchFamily="2" charset="0"/>
              </a:rPr>
              <a:t>  failure {</a:t>
            </a:r>
          </a:p>
          <a:p>
            <a:r>
              <a:rPr lang="en-ZA" sz="2400" b="1" dirty="0">
                <a:latin typeface="Montserrat" pitchFamily="2" charset="0"/>
              </a:rPr>
              <a:t>    </a:t>
            </a:r>
            <a:r>
              <a:rPr lang="en-ZA" sz="2400" b="1" dirty="0" err="1">
                <a:latin typeface="Montserrat" pitchFamily="2" charset="0"/>
              </a:rPr>
              <a:t>sh</a:t>
            </a:r>
            <a:r>
              <a:rPr lang="en-ZA" sz="2400" b="1" dirty="0">
                <a:latin typeface="Montserrat" pitchFamily="2" charset="0"/>
              </a:rPr>
              <a:t> './rollback.sh'</a:t>
            </a:r>
          </a:p>
          <a:p>
            <a:r>
              <a:rPr lang="en-ZA" sz="2400" b="1" dirty="0">
                <a:latin typeface="Montserrat" pitchFamily="2" charset="0"/>
              </a:rPr>
              <a:t>    mail to: 'devops@gfp.fr', subject: 'Rollback </a:t>
            </a:r>
            <a:r>
              <a:rPr lang="en-ZA" sz="2400" b="1" dirty="0" err="1">
                <a:latin typeface="Montserrat" pitchFamily="2" charset="0"/>
              </a:rPr>
              <a:t>exécuté</a:t>
            </a:r>
            <a:r>
              <a:rPr lang="en-ZA" sz="2400" b="1" dirty="0">
                <a:latin typeface="Montserrat" pitchFamily="2" charset="0"/>
              </a:rPr>
              <a:t>', body: 'Pipeline </a:t>
            </a:r>
            <a:r>
              <a:rPr lang="en-ZA" sz="2400" b="1" dirty="0" err="1">
                <a:latin typeface="Montserrat" pitchFamily="2" charset="0"/>
              </a:rPr>
              <a:t>échoué</a:t>
            </a:r>
            <a:r>
              <a:rPr lang="en-ZA" sz="2400" b="1" dirty="0">
                <a:latin typeface="Montserrat" pitchFamily="2" charset="0"/>
              </a:rPr>
              <a:t>'</a:t>
            </a:r>
          </a:p>
          <a:p>
            <a:r>
              <a:rPr lang="en-ZA" sz="2400" b="1" dirty="0">
                <a:latin typeface="Montserrat" pitchFamily="2" charset="0"/>
              </a:rPr>
              <a:t>  }</a:t>
            </a:r>
          </a:p>
          <a:p>
            <a:r>
              <a:rPr lang="en-ZA" sz="2400" b="1" dirty="0">
                <a:latin typeface="Montserrat" pitchFamily="2" charset="0"/>
              </a:rPr>
              <a:t>}</a:t>
            </a:r>
            <a:endParaRPr lang="en-ZA" b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17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Gestion des branches avec GitLab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60270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Développeur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160270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GitLab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160270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Jenkins Multibranch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7984" y="1400175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Pipeline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9793" y="2965993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Pipeline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9793" y="2143033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Pipeline Hotfix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6216" y="1400175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 dirty="0" err="1">
                <a:solidFill>
                  <a:srgbClr val="000000"/>
                </a:solidFill>
              </a:rPr>
              <a:t>Déploiement</a:t>
            </a:r>
            <a:r>
              <a:rPr sz="900" b="1" dirty="0">
                <a:solidFill>
                  <a:srgbClr val="000000"/>
                </a:solidFill>
              </a:rPr>
              <a:t> Feature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8224" y="2965993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 dirty="0" err="1">
                <a:solidFill>
                  <a:srgbClr val="000000"/>
                </a:solidFill>
              </a:rPr>
              <a:t>Déploiement</a:t>
            </a:r>
            <a:r>
              <a:rPr sz="900" b="1" dirty="0">
                <a:solidFill>
                  <a:srgbClr val="000000"/>
                </a:solidFill>
              </a:rPr>
              <a:t> Release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4910" y="2143033"/>
            <a:ext cx="822960" cy="548640"/>
          </a:xfrm>
          <a:prstGeom prst="rect">
            <a:avLst/>
          </a:prstGeom>
          <a:solidFill>
            <a:srgbClr val="FBE5CF"/>
          </a:solidFill>
          <a:ln w="1905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/>
            <a:r>
              <a:rPr sz="900" b="1">
                <a:solidFill>
                  <a:srgbClr val="000000"/>
                </a:solidFill>
              </a:rPr>
              <a:t>Déploiement Hotfix</a:t>
            </a:r>
          </a:p>
        </p:txBody>
      </p:sp>
      <p:cxnSp>
        <p:nvCxnSpPr>
          <p:cNvPr id="16" name="Connector 15"/>
          <p:cNvCxnSpPr>
            <a:stCxn id="7" idx="3"/>
            <a:endCxn id="8" idx="1"/>
          </p:cNvCxnSpPr>
          <p:nvPr/>
        </p:nvCxnSpPr>
        <p:spPr>
          <a:xfrm>
            <a:off x="1325880" y="2434590"/>
            <a:ext cx="274320" cy="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3"/>
            <a:endCxn id="9" idx="1"/>
          </p:cNvCxnSpPr>
          <p:nvPr/>
        </p:nvCxnSpPr>
        <p:spPr>
          <a:xfrm>
            <a:off x="2423160" y="2434590"/>
            <a:ext cx="274320" cy="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9" idx="3"/>
            <a:endCxn id="10" idx="1"/>
          </p:cNvCxnSpPr>
          <p:nvPr/>
        </p:nvCxnSpPr>
        <p:spPr>
          <a:xfrm flipV="1">
            <a:off x="3520440" y="1674495"/>
            <a:ext cx="907544" cy="760095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91840" y="1917382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Pipeline feature</a:t>
            </a:r>
          </a:p>
        </p:txBody>
      </p:sp>
      <p:cxnSp>
        <p:nvCxnSpPr>
          <p:cNvPr id="20" name="Connector 19"/>
          <p:cNvCxnSpPr>
            <a:stCxn id="9" idx="3"/>
            <a:endCxn id="11" idx="1"/>
          </p:cNvCxnSpPr>
          <p:nvPr/>
        </p:nvCxnSpPr>
        <p:spPr>
          <a:xfrm>
            <a:off x="3520440" y="2434590"/>
            <a:ext cx="879353" cy="805723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91840" y="2677477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Pipeline release</a:t>
            </a:r>
          </a:p>
        </p:txBody>
      </p:sp>
      <p:cxnSp>
        <p:nvCxnSpPr>
          <p:cNvPr id="22" name="Connector 21"/>
          <p:cNvCxnSpPr>
            <a:stCxn id="9" idx="3"/>
            <a:endCxn id="12" idx="1"/>
          </p:cNvCxnSpPr>
          <p:nvPr/>
        </p:nvCxnSpPr>
        <p:spPr>
          <a:xfrm flipV="1">
            <a:off x="3520440" y="2417353"/>
            <a:ext cx="879353" cy="17237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91840" y="2297430"/>
            <a:ext cx="73152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Pipeline hotfix</a:t>
            </a:r>
          </a:p>
        </p:txBody>
      </p:sp>
      <p:cxnSp>
        <p:nvCxnSpPr>
          <p:cNvPr id="24" name="Connector 23"/>
          <p:cNvCxnSpPr>
            <a:stCxn id="10" idx="3"/>
            <a:endCxn id="13" idx="1"/>
          </p:cNvCxnSpPr>
          <p:nvPr/>
        </p:nvCxnSpPr>
        <p:spPr>
          <a:xfrm>
            <a:off x="5250944" y="1674495"/>
            <a:ext cx="1265272" cy="1270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1" idx="3"/>
            <a:endCxn id="14" idx="1"/>
          </p:cNvCxnSpPr>
          <p:nvPr/>
        </p:nvCxnSpPr>
        <p:spPr>
          <a:xfrm>
            <a:off x="5222753" y="3240313"/>
            <a:ext cx="1365471" cy="1270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2" idx="3"/>
            <a:endCxn id="15" idx="1"/>
          </p:cNvCxnSpPr>
          <p:nvPr/>
        </p:nvCxnSpPr>
        <p:spPr>
          <a:xfrm>
            <a:off x="5222753" y="2417353"/>
            <a:ext cx="1312157" cy="12700"/>
          </a:xfrm>
          <a:prstGeom prst="curvedConnector3">
            <a:avLst/>
          </a:prstGeom>
          <a:ln w="25400">
            <a:solidFill>
              <a:srgbClr val="999999"/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56063-3364-0855-665B-054CC1D5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8E48C-8611-3165-93D5-148CA1D6B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(tp-mod5)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4456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FEF17E-E128-ABC1-F22C-E4AD9FEC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anchor="t">
            <a:normAutofit/>
          </a:bodyPr>
          <a:lstStyle/>
          <a:p>
            <a:r>
              <a:rPr lang="fr-FR" dirty="0"/>
              <a:t>Résumé module </a:t>
            </a:r>
            <a:r>
              <a:rPr lang="fr-FR" dirty="0" err="1"/>
              <a:t>GitLab</a:t>
            </a:r>
            <a:r>
              <a:rPr lang="fr-FR" dirty="0"/>
              <a:t> / Tests / Déploiement</a:t>
            </a:r>
            <a:endParaRPr lang="en-ZA" dirty="0"/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50973E3-A16B-5DFE-07C0-DD12FE6B4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5135909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312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71AB-22A8-EDEA-F9D2-B72D0ACD4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58B59-DA0D-B21D-783E-516AD9BE5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616" y="1491630"/>
            <a:ext cx="8136904" cy="2854155"/>
          </a:xfrm>
        </p:spPr>
        <p:txBody>
          <a:bodyPr anchor="t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Modules 6: 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Mutualisation des pipelines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08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Librairies partagées et mutualisation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7469" y="1419622"/>
            <a:ext cx="3968055" cy="3370262"/>
          </a:xfrm>
        </p:spPr>
        <p:txBody>
          <a:bodyPr wrap="square"/>
          <a:lstStyle/>
          <a:p>
            <a:pPr lvl="2"/>
            <a:r>
              <a:rPr lang="fr-FR" b="1" dirty="0">
                <a:latin typeface="Montserrat" pitchFamily="2" charset="0"/>
              </a:rPr>
              <a:t>Les librairies partagées permettent de centraliser des fonctions Groovy réutilisables.</a:t>
            </a:r>
          </a:p>
          <a:p>
            <a:pPr lvl="2"/>
            <a:r>
              <a:rPr lang="fr-FR" b="1" dirty="0">
                <a:latin typeface="Montserrat" pitchFamily="2" charset="0"/>
              </a:rPr>
              <a:t>Structure : vars/, src/, </a:t>
            </a:r>
            <a:r>
              <a:rPr lang="fr-FR" b="1" dirty="0" err="1">
                <a:latin typeface="Montserrat" pitchFamily="2" charset="0"/>
              </a:rPr>
              <a:t>resources</a:t>
            </a:r>
            <a:r>
              <a:rPr lang="fr-FR" b="1" dirty="0">
                <a:latin typeface="Montserrat" pitchFamily="2" charset="0"/>
              </a:rPr>
              <a:t>/</a:t>
            </a:r>
          </a:p>
          <a:p>
            <a:pPr lvl="2"/>
            <a:r>
              <a:rPr lang="fr-FR" b="1" dirty="0">
                <a:latin typeface="Montserrat" pitchFamily="2" charset="0"/>
              </a:rPr>
              <a:t>Avantages : mutualisation, maintenance facilitée, tests unitaires possibles.</a:t>
            </a:r>
          </a:p>
          <a:p>
            <a:pPr marL="0" lvl="2" indent="0">
              <a:buNone/>
            </a:pPr>
            <a:endParaRPr lang="fr-FR" b="1" dirty="0">
              <a:latin typeface="Montserrat" pitchFamily="2" charset="0"/>
            </a:endParaRPr>
          </a:p>
          <a:p>
            <a:r>
              <a:rPr lang="fr-FR" b="1" dirty="0">
                <a:latin typeface="Montserrat" pitchFamily="2" charset="0"/>
              </a:rPr>
              <a:t>Exemple : fonction de notification Slack, fonction de packaging.</a:t>
            </a:r>
          </a:p>
        </p:txBody>
      </p:sp>
      <p:pic>
        <p:nvPicPr>
          <p:cNvPr id="4" name="Picture Placeholder 3" descr="business-222360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356" r="203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285734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B6CA3C-6326-2BEF-4121-81964F82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Pourquoi</a:t>
            </a:r>
            <a:r>
              <a:rPr lang="en-ZA" dirty="0"/>
              <a:t> </a:t>
            </a:r>
            <a:r>
              <a:rPr lang="en-ZA" dirty="0" err="1"/>
              <a:t>mutualiser</a:t>
            </a:r>
            <a:r>
              <a:rPr lang="en-ZA" dirty="0"/>
              <a:t> les pipelines ?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76739-E39C-6DF0-DC82-2D014E13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Réutilisation de fonctions et étapes communes</a:t>
            </a:r>
          </a:p>
          <a:p>
            <a:r>
              <a:rPr lang="fr-FR" dirty="0">
                <a:latin typeface="Montserrat" pitchFamily="2" charset="0"/>
              </a:rPr>
              <a:t>- Standardisation des pipelines dans toute l’organisation</a:t>
            </a:r>
          </a:p>
          <a:p>
            <a:r>
              <a:rPr lang="fr-FR" dirty="0">
                <a:latin typeface="Montserrat" pitchFamily="2" charset="0"/>
              </a:rPr>
              <a:t>- Facilite maintenance et évolution des pipelines</a:t>
            </a:r>
          </a:p>
          <a:p>
            <a:r>
              <a:rPr lang="fr-FR" dirty="0">
                <a:latin typeface="Montserrat" pitchFamily="2" charset="0"/>
              </a:rPr>
              <a:t>- Réduit la duplication de code et les erreurs</a:t>
            </a:r>
          </a:p>
          <a:p>
            <a:r>
              <a:rPr lang="fr-FR" dirty="0">
                <a:latin typeface="Montserrat" pitchFamily="2" charset="0"/>
              </a:rPr>
              <a:t>- Prépare à l’échelle des projets multi-équipes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48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626AA-4619-3F1F-ECF0-F71C41C6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 Shared Libraries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BE528B-B165-9556-627F-B3636B5A6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>
                <a:latin typeface="Montserrat" pitchFamily="2" charset="0"/>
              </a:rPr>
              <a:t>- Jenkins permet de créer des bibliothèques partagées (</a:t>
            </a:r>
            <a:r>
              <a:rPr lang="fr-FR" sz="2400" dirty="0" err="1">
                <a:latin typeface="Montserrat" pitchFamily="2" charset="0"/>
              </a:rPr>
              <a:t>Shared</a:t>
            </a:r>
            <a:r>
              <a:rPr lang="fr-FR" sz="2400" dirty="0">
                <a:latin typeface="Montserrat" pitchFamily="2" charset="0"/>
              </a:rPr>
              <a:t> </a:t>
            </a:r>
            <a:r>
              <a:rPr lang="fr-FR" sz="2400" dirty="0" err="1">
                <a:latin typeface="Montserrat" pitchFamily="2" charset="0"/>
              </a:rPr>
              <a:t>Libraries</a:t>
            </a:r>
            <a:r>
              <a:rPr lang="fr-FR" sz="2400" dirty="0">
                <a:latin typeface="Montserrat" pitchFamily="2" charset="0"/>
              </a:rPr>
              <a:t>)</a:t>
            </a:r>
          </a:p>
          <a:p>
            <a:r>
              <a:rPr lang="fr-FR" sz="2400" dirty="0">
                <a:latin typeface="Montserrat" pitchFamily="2" charset="0"/>
              </a:rPr>
              <a:t>- Structure standard :</a:t>
            </a:r>
          </a:p>
          <a:p>
            <a:endParaRPr lang="fr-FR" sz="2400" dirty="0">
              <a:latin typeface="Montserrat" pitchFamily="2" charset="0"/>
            </a:endParaRPr>
          </a:p>
          <a:p>
            <a:r>
              <a:rPr lang="fr-FR" sz="1800" b="1" dirty="0">
                <a:latin typeface="Montserrat" pitchFamily="2" charset="0"/>
              </a:rPr>
              <a:t>(root)</a:t>
            </a:r>
          </a:p>
          <a:p>
            <a:r>
              <a:rPr lang="fr-FR" sz="1800" b="1" dirty="0">
                <a:latin typeface="Montserrat" pitchFamily="2" charset="0"/>
              </a:rPr>
              <a:t>├─ vars/        # fonctions globales accessibles directement</a:t>
            </a:r>
          </a:p>
          <a:p>
            <a:r>
              <a:rPr lang="fr-FR" sz="1800" b="1" dirty="0">
                <a:latin typeface="Montserrat" pitchFamily="2" charset="0"/>
              </a:rPr>
              <a:t>├─ src/         # classes Groovy organisées par package</a:t>
            </a:r>
          </a:p>
          <a:p>
            <a:r>
              <a:rPr lang="fr-FR" sz="1800" b="1" dirty="0">
                <a:latin typeface="Montserrat" pitchFamily="2" charset="0"/>
              </a:rPr>
              <a:t>└─ </a:t>
            </a:r>
            <a:r>
              <a:rPr lang="fr-FR" sz="1800" b="1" dirty="0" err="1">
                <a:latin typeface="Montserrat" pitchFamily="2" charset="0"/>
              </a:rPr>
              <a:t>resources</a:t>
            </a:r>
            <a:r>
              <a:rPr lang="fr-FR" sz="1800" b="1" dirty="0">
                <a:latin typeface="Montserrat" pitchFamily="2" charset="0"/>
              </a:rPr>
              <a:t>/   # fichiers de configuration, </a:t>
            </a:r>
            <a:r>
              <a:rPr lang="fr-FR" sz="1800" b="1" dirty="0" err="1">
                <a:latin typeface="Montserrat" pitchFamily="2" charset="0"/>
              </a:rPr>
              <a:t>templates</a:t>
            </a:r>
            <a:endParaRPr lang="fr-FR" sz="1800" b="1" dirty="0">
              <a:latin typeface="Montserrat" pitchFamily="2" charset="0"/>
            </a:endParaRPr>
          </a:p>
          <a:p>
            <a:endParaRPr lang="fr-FR" sz="2400" dirty="0">
              <a:latin typeface="Montserrat" pitchFamily="2" charset="0"/>
            </a:endParaRPr>
          </a:p>
          <a:p>
            <a:r>
              <a:rPr lang="fr-FR" sz="2400" dirty="0">
                <a:latin typeface="Montserrat" pitchFamily="2" charset="0"/>
              </a:rPr>
              <a:t>- </a:t>
            </a:r>
            <a:r>
              <a:rPr lang="fr-FR" sz="2400" dirty="0" err="1">
                <a:latin typeface="Montserrat" pitchFamily="2" charset="0"/>
              </a:rPr>
              <a:t>Jenkinsfile</a:t>
            </a:r>
            <a:r>
              <a:rPr lang="fr-FR" sz="2400" dirty="0">
                <a:latin typeface="Montserrat" pitchFamily="2" charset="0"/>
              </a:rPr>
              <a:t> peut appeler directement les fonctions définies dans `vars/`</a:t>
            </a:r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11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E800BD-E949-052C-2772-59DFE7CDE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Exemple</a:t>
            </a:r>
            <a:r>
              <a:rPr lang="en-ZA" dirty="0"/>
              <a:t> de </a:t>
            </a:r>
            <a:r>
              <a:rPr lang="en-ZA" dirty="0" err="1"/>
              <a:t>fonction</a:t>
            </a:r>
            <a:r>
              <a:rPr lang="en-ZA" dirty="0"/>
              <a:t> </a:t>
            </a:r>
            <a:r>
              <a:rPr lang="en-ZA" dirty="0" err="1"/>
              <a:t>réutilisable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06B6E-3CA4-D45E-D39E-0208D72EC1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- </a:t>
            </a:r>
            <a:r>
              <a:rPr lang="en-ZA" dirty="0" err="1">
                <a:solidFill>
                  <a:schemeClr val="tx1"/>
                </a:solidFill>
                <a:latin typeface="Montserrat" pitchFamily="2" charset="0"/>
              </a:rPr>
              <a:t>Fichier</a:t>
            </a:r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 : `vars/</a:t>
            </a:r>
            <a:r>
              <a:rPr lang="en-ZA" dirty="0" err="1">
                <a:solidFill>
                  <a:schemeClr val="tx1"/>
                </a:solidFill>
                <a:latin typeface="Montserrat" pitchFamily="2" charset="0"/>
              </a:rPr>
              <a:t>notifySlack.groovy</a:t>
            </a:r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`</a:t>
            </a:r>
          </a:p>
          <a:p>
            <a:endParaRPr lang="en-ZA" dirty="0">
              <a:solidFill>
                <a:schemeClr val="tx1"/>
              </a:solidFill>
              <a:latin typeface="Montserrat" pitchFamily="2" charset="0"/>
            </a:endParaRPr>
          </a:p>
          <a:p>
            <a:r>
              <a:rPr lang="en-ZA" sz="1200" b="1" dirty="0">
                <a:solidFill>
                  <a:schemeClr val="tx1"/>
                </a:solidFill>
                <a:latin typeface="Montserrat" pitchFamily="2" charset="0"/>
              </a:rPr>
              <a:t>def call(String message) {</a:t>
            </a:r>
          </a:p>
          <a:p>
            <a:r>
              <a:rPr lang="en-ZA" sz="1200" b="1" dirty="0">
                <a:solidFill>
                  <a:schemeClr val="tx1"/>
                </a:solidFill>
                <a:latin typeface="Montserrat" pitchFamily="2" charset="0"/>
              </a:rPr>
              <a:t>  </a:t>
            </a:r>
            <a:r>
              <a:rPr lang="en-ZA" sz="1200" b="1" dirty="0" err="1">
                <a:solidFill>
                  <a:schemeClr val="tx1"/>
                </a:solidFill>
                <a:latin typeface="Montserrat" pitchFamily="2" charset="0"/>
              </a:rPr>
              <a:t>slackSend</a:t>
            </a:r>
            <a:r>
              <a:rPr lang="en-ZA" sz="1200" b="1" dirty="0">
                <a:solidFill>
                  <a:schemeClr val="tx1"/>
                </a:solidFill>
                <a:latin typeface="Montserrat" pitchFamily="2" charset="0"/>
              </a:rPr>
              <a:t> channel: '#ci', message: message</a:t>
            </a:r>
          </a:p>
          <a:p>
            <a:r>
              <a:rPr lang="en-ZA" sz="1200" b="1" dirty="0">
                <a:solidFill>
                  <a:schemeClr val="tx1"/>
                </a:solidFill>
                <a:latin typeface="Montserrat" pitchFamily="2" charset="0"/>
              </a:rPr>
              <a:t>}</a:t>
            </a:r>
          </a:p>
          <a:p>
            <a:endParaRPr lang="en-ZA" dirty="0">
              <a:solidFill>
                <a:schemeClr val="tx1"/>
              </a:solidFill>
              <a:latin typeface="Montserrat" pitchFamily="2" charset="0"/>
            </a:endParaRPr>
          </a:p>
          <a:p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- </a:t>
            </a:r>
            <a:r>
              <a:rPr lang="en-ZA" dirty="0" err="1">
                <a:solidFill>
                  <a:schemeClr val="tx1"/>
                </a:solidFill>
                <a:latin typeface="Montserrat" pitchFamily="2" charset="0"/>
              </a:rPr>
              <a:t>Avantages</a:t>
            </a:r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 : centralisation et maintenance </a:t>
            </a:r>
            <a:r>
              <a:rPr lang="en-ZA" dirty="0" err="1">
                <a:solidFill>
                  <a:schemeClr val="tx1"/>
                </a:solidFill>
                <a:latin typeface="Montserrat" pitchFamily="2" charset="0"/>
              </a:rPr>
              <a:t>simplifiée</a:t>
            </a:r>
            <a:endParaRPr lang="en-ZA" dirty="0">
              <a:solidFill>
                <a:schemeClr val="tx1"/>
              </a:solidFill>
              <a:latin typeface="Montserrat" pitchFamily="2" charset="0"/>
            </a:endParaRPr>
          </a:p>
          <a:p>
            <a:endParaRPr lang="en-ZA" dirty="0">
              <a:solidFill>
                <a:schemeClr val="tx1"/>
              </a:solidFill>
              <a:latin typeface="Montserrat" pitchFamily="2" charset="0"/>
            </a:endParaRPr>
          </a:p>
          <a:p>
            <a:endParaRPr lang="en-ZA" dirty="0">
              <a:solidFill>
                <a:schemeClr val="tx1"/>
              </a:solidFill>
              <a:latin typeface="Montserrat" pitchFamily="2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81CD71-0447-21F0-9868-25D6FEFC35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Utilisation dans </a:t>
            </a:r>
            <a:r>
              <a:rPr lang="en-ZA" dirty="0" err="1">
                <a:solidFill>
                  <a:schemeClr val="tx1"/>
                </a:solidFill>
                <a:latin typeface="Montserrat" pitchFamily="2" charset="0"/>
              </a:rPr>
              <a:t>Jenkinsfile</a:t>
            </a:r>
            <a:r>
              <a:rPr lang="en-ZA" dirty="0">
                <a:solidFill>
                  <a:schemeClr val="tx1"/>
                </a:solidFill>
                <a:latin typeface="Montserrat" pitchFamily="2" charset="0"/>
              </a:rPr>
              <a:t> :</a:t>
            </a:r>
          </a:p>
          <a:p>
            <a:pPr marL="285750" indent="-285750">
              <a:buFontTx/>
              <a:buChar char="-"/>
            </a:pPr>
            <a:endParaRPr lang="en-ZA" dirty="0">
              <a:solidFill>
                <a:schemeClr val="tx1"/>
              </a:solidFill>
              <a:latin typeface="Montserrat" pitchFamily="2" charset="0"/>
            </a:endParaRP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pipeline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agent any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stages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stage('Build')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steps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  echo 'Building project...'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}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}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stage('Notify')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steps {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  </a:t>
            </a:r>
            <a:r>
              <a:rPr lang="en-ZA" b="1" dirty="0" err="1">
                <a:solidFill>
                  <a:schemeClr val="tx1"/>
                </a:solidFill>
                <a:latin typeface="Montserrat" pitchFamily="2" charset="0"/>
              </a:rPr>
              <a:t>notifySlack</a:t>
            </a:r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('Build </a:t>
            </a:r>
            <a:r>
              <a:rPr lang="en-ZA" b="1" dirty="0" err="1">
                <a:solidFill>
                  <a:schemeClr val="tx1"/>
                </a:solidFill>
                <a:latin typeface="Montserrat" pitchFamily="2" charset="0"/>
              </a:rPr>
              <a:t>terminé</a:t>
            </a:r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')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  }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  }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  }</a:t>
            </a:r>
          </a:p>
          <a:p>
            <a:r>
              <a:rPr lang="en-ZA" b="1" dirty="0">
                <a:solidFill>
                  <a:schemeClr val="tx1"/>
                </a:solidFill>
                <a:latin typeface="Montserrat" pitchFamily="2" charset="0"/>
              </a:rPr>
              <a:t>}</a:t>
            </a:r>
          </a:p>
          <a:p>
            <a:endParaRPr lang="en-ZA" dirty="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90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1FB628-07BA-644C-18B5-C0BD7B2E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Structure et organisation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AFD68-0A3E-3C78-A758-7A74A6C52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vars : fonctions simples, appel direct</a:t>
            </a:r>
          </a:p>
          <a:p>
            <a:r>
              <a:rPr lang="fr-FR" dirty="0">
                <a:latin typeface="Montserrat" pitchFamily="2" charset="0"/>
              </a:rPr>
              <a:t>- src/ : classes Groovy pour logique complexe</a:t>
            </a:r>
          </a:p>
          <a:p>
            <a:r>
              <a:rPr lang="fr-FR" dirty="0">
                <a:latin typeface="Montserrat" pitchFamily="2" charset="0"/>
              </a:rPr>
              <a:t>- </a:t>
            </a:r>
            <a:r>
              <a:rPr lang="fr-FR" dirty="0" err="1">
                <a:latin typeface="Montserrat" pitchFamily="2" charset="0"/>
              </a:rPr>
              <a:t>resources</a:t>
            </a:r>
            <a:r>
              <a:rPr lang="fr-FR" dirty="0">
                <a:latin typeface="Montserrat" pitchFamily="2" charset="0"/>
              </a:rPr>
              <a:t>/ : fichiers externes (</a:t>
            </a:r>
            <a:r>
              <a:rPr lang="fr-FR" dirty="0" err="1">
                <a:latin typeface="Montserrat" pitchFamily="2" charset="0"/>
              </a:rPr>
              <a:t>templates</a:t>
            </a:r>
            <a:r>
              <a:rPr lang="fr-FR" dirty="0">
                <a:latin typeface="Montserrat" pitchFamily="2" charset="0"/>
              </a:rPr>
              <a:t>, config)</a:t>
            </a:r>
          </a:p>
          <a:p>
            <a:r>
              <a:rPr lang="fr-FR" dirty="0">
                <a:latin typeface="Montserrat" pitchFamily="2" charset="0"/>
              </a:rPr>
              <a:t>- Respecter conventions pour faciliter réutilisation</a:t>
            </a:r>
          </a:p>
          <a:p>
            <a:r>
              <a:rPr lang="fr-FR" dirty="0">
                <a:latin typeface="Montserrat" pitchFamily="2" charset="0"/>
              </a:rPr>
              <a:t>- Versionner la </a:t>
            </a:r>
            <a:r>
              <a:rPr lang="fr-FR" dirty="0" err="1">
                <a:latin typeface="Montserrat" pitchFamily="2" charset="0"/>
              </a:rPr>
              <a:t>library</a:t>
            </a:r>
            <a:r>
              <a:rPr lang="fr-FR" dirty="0">
                <a:latin typeface="Montserrat" pitchFamily="2" charset="0"/>
              </a:rPr>
              <a:t> avec Git pour historique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44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37498B-2D3E-5080-60C7-483B6C23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Tests </a:t>
            </a:r>
            <a:r>
              <a:rPr lang="en-ZA" dirty="0" err="1"/>
              <a:t>unitaires</a:t>
            </a:r>
            <a:r>
              <a:rPr lang="en-ZA" dirty="0"/>
              <a:t> des </a:t>
            </a:r>
            <a:r>
              <a:rPr lang="en-ZA" dirty="0" err="1"/>
              <a:t>librairies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421683-F2BA-8F27-0C7E-DA866EB9A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dirty="0">
                <a:latin typeface="Montserrat" pitchFamily="2" charset="0"/>
              </a:rPr>
              <a:t>- </a:t>
            </a:r>
            <a:r>
              <a:rPr lang="en-ZA" sz="2000" dirty="0" err="1">
                <a:latin typeface="Montserrat" pitchFamily="2" charset="0"/>
              </a:rPr>
              <a:t>Écrire</a:t>
            </a:r>
            <a:r>
              <a:rPr lang="en-ZA" sz="2000" dirty="0">
                <a:latin typeface="Montserrat" pitchFamily="2" charset="0"/>
              </a:rPr>
              <a:t> des tests Groovy pour </a:t>
            </a:r>
            <a:r>
              <a:rPr lang="en-ZA" sz="2000" dirty="0" err="1">
                <a:latin typeface="Montserrat" pitchFamily="2" charset="0"/>
              </a:rPr>
              <a:t>valider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fonctions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réutilisables</a:t>
            </a:r>
            <a:endParaRPr lang="en-ZA" sz="2000" dirty="0">
              <a:latin typeface="Montserrat" pitchFamily="2" charset="0"/>
            </a:endParaRPr>
          </a:p>
          <a:p>
            <a:r>
              <a:rPr lang="en-ZA" sz="2000" dirty="0">
                <a:latin typeface="Montserrat" pitchFamily="2" charset="0"/>
              </a:rPr>
              <a:t>- </a:t>
            </a:r>
            <a:r>
              <a:rPr lang="en-ZA" sz="2000" dirty="0" err="1">
                <a:latin typeface="Montserrat" pitchFamily="2" charset="0"/>
              </a:rPr>
              <a:t>Exemple</a:t>
            </a:r>
            <a:r>
              <a:rPr lang="en-ZA" sz="2000" dirty="0">
                <a:latin typeface="Montserrat" pitchFamily="2" charset="0"/>
              </a:rPr>
              <a:t> avec Spock </a:t>
            </a:r>
            <a:r>
              <a:rPr lang="en-ZA" sz="2000" dirty="0" err="1">
                <a:latin typeface="Montserrat" pitchFamily="2" charset="0"/>
              </a:rPr>
              <a:t>ou</a:t>
            </a:r>
            <a:r>
              <a:rPr lang="en-ZA" sz="2000" dirty="0">
                <a:latin typeface="Montserrat" pitchFamily="2" charset="0"/>
              </a:rPr>
              <a:t> Junit</a:t>
            </a:r>
          </a:p>
          <a:p>
            <a:pPr marL="342900" indent="-342900">
              <a:buFontTx/>
              <a:buChar char="-"/>
            </a:pPr>
            <a:endParaRPr lang="en-ZA" sz="2000" dirty="0">
              <a:latin typeface="Montserrat" pitchFamily="2" charset="0"/>
            </a:endParaRPr>
          </a:p>
          <a:p>
            <a:r>
              <a:rPr lang="en-ZA" sz="1800" b="1" dirty="0">
                <a:latin typeface="Montserrat" pitchFamily="2" charset="0"/>
              </a:rPr>
              <a:t>class </a:t>
            </a:r>
            <a:r>
              <a:rPr lang="en-ZA" sz="1800" b="1" dirty="0" err="1">
                <a:latin typeface="Montserrat" pitchFamily="2" charset="0"/>
              </a:rPr>
              <a:t>NotifySlackTest</a:t>
            </a:r>
            <a:r>
              <a:rPr lang="en-ZA" sz="1800" b="1" dirty="0">
                <a:latin typeface="Montserrat" pitchFamily="2" charset="0"/>
              </a:rPr>
              <a:t> extends Specification {</a:t>
            </a:r>
          </a:p>
          <a:p>
            <a:r>
              <a:rPr lang="en-ZA" sz="1800" b="1" dirty="0">
                <a:latin typeface="Montserrat" pitchFamily="2" charset="0"/>
              </a:rPr>
              <a:t>  def "send message"() {</a:t>
            </a:r>
          </a:p>
          <a:p>
            <a:r>
              <a:rPr lang="en-ZA" sz="1800" b="1" dirty="0">
                <a:latin typeface="Montserrat" pitchFamily="2" charset="0"/>
              </a:rPr>
              <a:t>    when:</a:t>
            </a:r>
          </a:p>
          <a:p>
            <a:r>
              <a:rPr lang="en-ZA" sz="1800" b="1" dirty="0">
                <a:latin typeface="Montserrat" pitchFamily="2" charset="0"/>
              </a:rPr>
              <a:t>    </a:t>
            </a:r>
            <a:r>
              <a:rPr lang="en-ZA" sz="1800" b="1" dirty="0" err="1">
                <a:latin typeface="Montserrat" pitchFamily="2" charset="0"/>
              </a:rPr>
              <a:t>notifySlack</a:t>
            </a:r>
            <a:r>
              <a:rPr lang="en-ZA" sz="1800" b="1" dirty="0">
                <a:latin typeface="Montserrat" pitchFamily="2" charset="0"/>
              </a:rPr>
              <a:t>("Test message")</a:t>
            </a:r>
          </a:p>
          <a:p>
            <a:r>
              <a:rPr lang="en-ZA" sz="1800" b="1" dirty="0">
                <a:latin typeface="Montserrat" pitchFamily="2" charset="0"/>
              </a:rPr>
              <a:t>    then:</a:t>
            </a:r>
          </a:p>
          <a:p>
            <a:r>
              <a:rPr lang="en-ZA" sz="1800" b="1" dirty="0">
                <a:latin typeface="Montserrat" pitchFamily="2" charset="0"/>
              </a:rPr>
              <a:t>    </a:t>
            </a:r>
            <a:r>
              <a:rPr lang="en-ZA" sz="1800" b="1" dirty="0" err="1">
                <a:latin typeface="Montserrat" pitchFamily="2" charset="0"/>
              </a:rPr>
              <a:t>noExceptionThrown</a:t>
            </a:r>
            <a:r>
              <a:rPr lang="en-ZA" sz="1800" b="1" dirty="0">
                <a:latin typeface="Montserrat" pitchFamily="2" charset="0"/>
              </a:rPr>
              <a:t>()</a:t>
            </a:r>
          </a:p>
          <a:p>
            <a:r>
              <a:rPr lang="en-ZA" sz="1800" b="1" dirty="0">
                <a:latin typeface="Montserrat" pitchFamily="2" charset="0"/>
              </a:rPr>
              <a:t>  }</a:t>
            </a:r>
          </a:p>
          <a:p>
            <a:r>
              <a:rPr lang="en-ZA" sz="1800" b="1" dirty="0">
                <a:latin typeface="Montserrat" pitchFamily="2" charset="0"/>
              </a:rPr>
              <a:t>}</a:t>
            </a:r>
          </a:p>
          <a:p>
            <a:endParaRPr lang="en-ZA" sz="2000" dirty="0">
              <a:latin typeface="Montserrat" pitchFamily="2" charset="0"/>
            </a:endParaRPr>
          </a:p>
          <a:p>
            <a:r>
              <a:rPr lang="en-ZA" sz="2000" dirty="0">
                <a:latin typeface="Montserrat" pitchFamily="2" charset="0"/>
              </a:rPr>
              <a:t>- </a:t>
            </a:r>
            <a:r>
              <a:rPr lang="en-ZA" sz="2000" dirty="0" err="1">
                <a:latin typeface="Montserrat" pitchFamily="2" charset="0"/>
              </a:rPr>
              <a:t>Permet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vérifier</a:t>
            </a:r>
            <a:r>
              <a:rPr lang="en-ZA" sz="2000" dirty="0">
                <a:latin typeface="Montserrat" pitchFamily="2" charset="0"/>
              </a:rPr>
              <a:t> </a:t>
            </a:r>
            <a:r>
              <a:rPr lang="en-ZA" sz="2000" dirty="0" err="1">
                <a:latin typeface="Montserrat" pitchFamily="2" charset="0"/>
              </a:rPr>
              <a:t>fiabilité</a:t>
            </a:r>
            <a:r>
              <a:rPr lang="en-ZA" sz="2000" dirty="0">
                <a:latin typeface="Montserrat" pitchFamily="2" charset="0"/>
              </a:rPr>
              <a:t> avant </a:t>
            </a:r>
            <a:r>
              <a:rPr lang="en-ZA" sz="2000" dirty="0" err="1">
                <a:latin typeface="Montserrat" pitchFamily="2" charset="0"/>
              </a:rPr>
              <a:t>intégration</a:t>
            </a:r>
            <a:r>
              <a:rPr lang="en-ZA" sz="2000" dirty="0">
                <a:latin typeface="Montserrat" pitchFamily="2" charset="0"/>
              </a:rPr>
              <a:t> dans pipelines</a:t>
            </a:r>
          </a:p>
        </p:txBody>
      </p:sp>
    </p:spTree>
    <p:extLst>
      <p:ext uri="{BB962C8B-B14F-4D97-AF65-F5344CB8AC3E}">
        <p14:creationId xmlns:p14="http://schemas.microsoft.com/office/powerpoint/2010/main" val="105474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2BCE3-2859-B520-7E8B-BAD6864B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</a:t>
            </a:r>
            <a:r>
              <a:rPr lang="en-ZA" dirty="0" err="1"/>
              <a:t>Déploiement</a:t>
            </a:r>
            <a:r>
              <a:rPr lang="en-ZA" dirty="0"/>
              <a:t> </a:t>
            </a:r>
            <a:r>
              <a:rPr lang="en-ZA" dirty="0" err="1"/>
              <a:t>d’une</a:t>
            </a:r>
            <a:r>
              <a:rPr lang="en-ZA" dirty="0"/>
              <a:t> Shared Library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EC6AD2-9482-9AA0-03B6-5A003CB47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Publier</a:t>
            </a:r>
            <a:r>
              <a:rPr lang="en-ZA" dirty="0">
                <a:latin typeface="Montserrat" pitchFamily="2" charset="0"/>
              </a:rPr>
              <a:t> library dans Git (repo </a:t>
            </a:r>
            <a:r>
              <a:rPr lang="en-ZA" dirty="0" err="1">
                <a:latin typeface="Montserrat" pitchFamily="2" charset="0"/>
              </a:rPr>
              <a:t>dédié</a:t>
            </a:r>
            <a:r>
              <a:rPr lang="en-ZA" dirty="0">
                <a:latin typeface="Montserrat" pitchFamily="2" charset="0"/>
              </a:rPr>
              <a:t>)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Déclarer</a:t>
            </a:r>
            <a:r>
              <a:rPr lang="en-ZA" dirty="0">
                <a:latin typeface="Montserrat" pitchFamily="2" charset="0"/>
              </a:rPr>
              <a:t> dans Jenkins :</a:t>
            </a:r>
          </a:p>
          <a:p>
            <a:r>
              <a:rPr lang="en-ZA" dirty="0">
                <a:latin typeface="Montserrat" pitchFamily="2" charset="0"/>
              </a:rPr>
              <a:t>  - Manage Jenkins → Configure System → Global Pipeline Libraries</a:t>
            </a:r>
          </a:p>
          <a:p>
            <a:r>
              <a:rPr lang="en-ZA" dirty="0">
                <a:latin typeface="Montserrat" pitchFamily="2" charset="0"/>
              </a:rPr>
              <a:t>  - Nom, </a:t>
            </a:r>
            <a:r>
              <a:rPr lang="en-ZA" dirty="0" err="1">
                <a:latin typeface="Montserrat" pitchFamily="2" charset="0"/>
              </a:rPr>
              <a:t>branche</a:t>
            </a:r>
            <a:r>
              <a:rPr lang="en-ZA" dirty="0">
                <a:latin typeface="Montserrat" pitchFamily="2" charset="0"/>
              </a:rPr>
              <a:t>, repository URL</a:t>
            </a:r>
          </a:p>
          <a:p>
            <a:r>
              <a:rPr lang="en-ZA" dirty="0">
                <a:latin typeface="Montserrat" pitchFamily="2" charset="0"/>
              </a:rPr>
              <a:t>- Dans </a:t>
            </a:r>
            <a:r>
              <a:rPr lang="en-ZA" dirty="0" err="1">
                <a:latin typeface="Montserrat" pitchFamily="2" charset="0"/>
              </a:rPr>
              <a:t>Jenkinsfile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@Library('my-shared-lib') _</a:t>
            </a:r>
          </a:p>
          <a:p>
            <a:r>
              <a:rPr lang="en-ZA" sz="2400" b="1" dirty="0" err="1">
                <a:latin typeface="Montserrat" pitchFamily="2" charset="0"/>
              </a:rPr>
              <a:t>notifySlack</a:t>
            </a:r>
            <a:r>
              <a:rPr lang="en-ZA" sz="2400" b="1" dirty="0">
                <a:latin typeface="Montserrat" pitchFamily="2" charset="0"/>
              </a:rPr>
              <a:t>('Pipeline </a:t>
            </a:r>
            <a:r>
              <a:rPr lang="en-ZA" sz="2400" b="1" dirty="0" err="1">
                <a:latin typeface="Montserrat" pitchFamily="2" charset="0"/>
              </a:rPr>
              <a:t>démarré</a:t>
            </a:r>
            <a:r>
              <a:rPr lang="en-ZA" sz="2400" b="1" dirty="0">
                <a:latin typeface="Montserrat" pitchFamily="2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7405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7D49-160C-76A3-A116-1AFD349B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41F9E-A187-A48C-9D48-2227ED4B9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(tp-mod6)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8916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68B12E-B7DA-F880-D8DC-63437E825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anchor="t">
            <a:normAutofit/>
          </a:bodyPr>
          <a:lstStyle/>
          <a:p>
            <a:r>
              <a:rPr lang="en-ZA" dirty="0"/>
              <a:t> Résumé du module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9D436A03-01F1-BAEF-BEF8-EE5F36177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582230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826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CA7F-33C4-1255-1387-E4758403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337F3-933D-D5E0-218D-E87B3B1E4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632" y="1419622"/>
            <a:ext cx="6850753" cy="2854155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Montserrat Black" pitchFamily="2" charset="0"/>
              </a:rPr>
              <a:t>Modules 7: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Administration Jenkins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7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Visualisation et gestion des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 lvl="2"/>
            <a:r>
              <a:rPr lang="fr-FR" dirty="0">
                <a:latin typeface="Montserrat" pitchFamily="2" charset="0"/>
              </a:rPr>
              <a:t>Suivi en temps réel de l’exécution des étapes</a:t>
            </a:r>
          </a:p>
          <a:p>
            <a:pPr lvl="2"/>
            <a:r>
              <a:rPr lang="fr-FR" dirty="0">
                <a:latin typeface="Montserrat" pitchFamily="2" charset="0"/>
              </a:rPr>
              <a:t>Accès aux logs détaillés pour chaque étape</a:t>
            </a:r>
          </a:p>
          <a:p>
            <a:pPr lvl="2"/>
            <a:r>
              <a:rPr lang="fr-FR" dirty="0">
                <a:latin typeface="Montserrat" pitchFamily="2" charset="0"/>
              </a:rPr>
              <a:t>Possibilité de filtrer et rechercher dans les logs</a:t>
            </a:r>
          </a:p>
          <a:p>
            <a:r>
              <a:rPr lang="fr-FR" b="1" dirty="0">
                <a:solidFill>
                  <a:srgbClr val="FF7900"/>
                </a:solidFill>
                <a:latin typeface="Montserrat" pitchFamily="2" charset="0"/>
              </a:rPr>
              <a:t>Bonnes pratiques :</a:t>
            </a:r>
          </a:p>
          <a:p>
            <a:pPr lvl="2"/>
            <a:r>
              <a:rPr lang="fr-FR" dirty="0">
                <a:latin typeface="Montserrat" pitchFamily="2" charset="0"/>
              </a:rPr>
              <a:t>Utiliser des étapes nommées</a:t>
            </a:r>
          </a:p>
          <a:p>
            <a:pPr lvl="2"/>
            <a:r>
              <a:rPr lang="fr-FR" dirty="0">
                <a:latin typeface="Montserrat" pitchFamily="2" charset="0"/>
              </a:rPr>
              <a:t>Ajouter des messages explicites dans les logs</a:t>
            </a:r>
          </a:p>
        </p:txBody>
      </p:sp>
      <p:pic>
        <p:nvPicPr>
          <p:cNvPr id="4" name="Picture Placeholder 3" descr="business-57227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9724" r="297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969830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B35FF-31B5-76D6-29C8-1DE27B31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à </a:t>
            </a:r>
            <a:r>
              <a:rPr lang="en-ZA" dirty="0" err="1"/>
              <a:t>l’administration</a:t>
            </a:r>
            <a:r>
              <a:rPr lang="en-ZA" dirty="0"/>
              <a:t> Jenkins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602A22-9B12-FD78-F239-5D90F33AB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Objectif : gérer et sécuriser l’instance Jenkins</a:t>
            </a:r>
          </a:p>
          <a:p>
            <a:r>
              <a:rPr lang="fr-FR" dirty="0">
                <a:latin typeface="Montserrat" pitchFamily="2" charset="0"/>
              </a:rPr>
              <a:t>- Assurer disponibilité, performance et sécurité</a:t>
            </a:r>
          </a:p>
          <a:p>
            <a:r>
              <a:rPr lang="fr-FR" dirty="0">
                <a:latin typeface="Montserrat" pitchFamily="2" charset="0"/>
              </a:rPr>
              <a:t>- Contrôler accès utilisateurs et ressources</a:t>
            </a:r>
          </a:p>
          <a:p>
            <a:r>
              <a:rPr lang="fr-FR" dirty="0">
                <a:latin typeface="Montserrat" pitchFamily="2" charset="0"/>
              </a:rPr>
              <a:t>- Préparer l’instance pour CI/CD à grande échelle</a:t>
            </a:r>
          </a:p>
          <a:p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72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06BB4C-0E68-6085-08E0-D9D6C726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 Activation de la </a:t>
            </a:r>
            <a:r>
              <a:rPr lang="en-ZA" dirty="0" err="1"/>
              <a:t>sécurité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891F6F-F522-7F40-CBEE-86487EB7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- Jenkins </a:t>
            </a:r>
            <a:r>
              <a:rPr lang="en-ZA" sz="2800" dirty="0" err="1">
                <a:latin typeface="Montserrat" pitchFamily="2" charset="0"/>
              </a:rPr>
              <a:t>permet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différents</a:t>
            </a:r>
            <a:r>
              <a:rPr lang="en-ZA" sz="2800" dirty="0">
                <a:latin typeface="Montserrat" pitchFamily="2" charset="0"/>
              </a:rPr>
              <a:t> types de </a:t>
            </a:r>
            <a:r>
              <a:rPr lang="en-ZA" sz="2800" dirty="0" err="1">
                <a:latin typeface="Montserrat" pitchFamily="2" charset="0"/>
              </a:rPr>
              <a:t>sécurité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dirty="0">
                <a:latin typeface="Montserrat" pitchFamily="2" charset="0"/>
              </a:rPr>
              <a:t>  - Jenkins own user database</a:t>
            </a:r>
          </a:p>
          <a:p>
            <a:r>
              <a:rPr lang="en-ZA" dirty="0">
                <a:latin typeface="Montserrat" pitchFamily="2" charset="0"/>
              </a:rPr>
              <a:t>  - LDAP / Active Directory</a:t>
            </a:r>
          </a:p>
          <a:p>
            <a:r>
              <a:rPr lang="en-ZA" dirty="0">
                <a:latin typeface="Montserrat" pitchFamily="2" charset="0"/>
              </a:rPr>
              <a:t>  - GitHub / GitLab authentication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Activer</a:t>
            </a:r>
            <a:r>
              <a:rPr lang="en-ZA" dirty="0">
                <a:latin typeface="Montserrat" pitchFamily="2" charset="0"/>
              </a:rPr>
              <a:t> la </a:t>
            </a:r>
            <a:r>
              <a:rPr lang="en-ZA" dirty="0" err="1">
                <a:latin typeface="Montserrat" pitchFamily="2" charset="0"/>
              </a:rPr>
              <a:t>sécurité</a:t>
            </a:r>
            <a:r>
              <a:rPr lang="en-ZA" dirty="0">
                <a:latin typeface="Montserrat" pitchFamily="2" charset="0"/>
              </a:rPr>
              <a:t> via :  </a:t>
            </a:r>
          </a:p>
          <a:p>
            <a:r>
              <a:rPr lang="en-ZA" dirty="0">
                <a:latin typeface="Montserrat" pitchFamily="2" charset="0"/>
              </a:rPr>
              <a:t>  `Manage Jenkins → Configure Global Security`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Définir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stratégie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d’accès</a:t>
            </a:r>
            <a:r>
              <a:rPr lang="en-ZA" dirty="0">
                <a:latin typeface="Montserrat" pitchFamily="2" charset="0"/>
              </a:rPr>
              <a:t> et permissions</a:t>
            </a:r>
          </a:p>
        </p:txBody>
      </p:sp>
    </p:spTree>
    <p:extLst>
      <p:ext uri="{BB962C8B-B14F-4D97-AF65-F5344CB8AC3E}">
        <p14:creationId xmlns:p14="http://schemas.microsoft.com/office/powerpoint/2010/main" val="228436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07253-7205-3598-1DAE-F02D2097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de bases </a:t>
            </a:r>
            <a:r>
              <a:rPr lang="en-ZA" dirty="0" err="1"/>
              <a:t>utilisateurs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8D0D1-C642-D615-4622-03094A9E9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Jenkins </a:t>
            </a:r>
            <a:r>
              <a:rPr lang="fr-FR" dirty="0" err="1">
                <a:latin typeface="Montserrat" pitchFamily="2" charset="0"/>
              </a:rPr>
              <a:t>own</a:t>
            </a:r>
            <a:r>
              <a:rPr lang="fr-FR" dirty="0">
                <a:latin typeface="Montserrat" pitchFamily="2" charset="0"/>
              </a:rPr>
              <a:t> </a:t>
            </a:r>
            <a:r>
              <a:rPr lang="fr-FR" dirty="0" err="1">
                <a:latin typeface="Montserrat" pitchFamily="2" charset="0"/>
              </a:rPr>
              <a:t>database</a:t>
            </a:r>
            <a:r>
              <a:rPr lang="fr-FR" dirty="0">
                <a:latin typeface="Montserrat" pitchFamily="2" charset="0"/>
              </a:rPr>
              <a:t> : gestion locale des utilisateurs</a:t>
            </a:r>
          </a:p>
          <a:p>
            <a:r>
              <a:rPr lang="fr-FR" dirty="0">
                <a:latin typeface="Montserrat" pitchFamily="2" charset="0"/>
              </a:rPr>
              <a:t>- LDAP / AD : intégration à l’annuaire d’entreprise</a:t>
            </a:r>
          </a:p>
          <a:p>
            <a:r>
              <a:rPr lang="fr-FR" dirty="0">
                <a:latin typeface="Montserrat" pitchFamily="2" charset="0"/>
              </a:rPr>
              <a:t>- SSO / </a:t>
            </a:r>
            <a:r>
              <a:rPr lang="fr-FR" dirty="0" err="1">
                <a:latin typeface="Montserrat" pitchFamily="2" charset="0"/>
              </a:rPr>
              <a:t>OAuth</a:t>
            </a:r>
            <a:r>
              <a:rPr lang="fr-FR" dirty="0">
                <a:latin typeface="Montserrat" pitchFamily="2" charset="0"/>
              </a:rPr>
              <a:t> : authentification centralisée</a:t>
            </a:r>
          </a:p>
          <a:p>
            <a:r>
              <a:rPr lang="fr-FR" dirty="0">
                <a:latin typeface="Montserrat" pitchFamily="2" charset="0"/>
              </a:rPr>
              <a:t>- Avantages :</a:t>
            </a:r>
          </a:p>
          <a:p>
            <a:r>
              <a:rPr lang="fr-FR" dirty="0">
                <a:latin typeface="Montserrat" pitchFamily="2" charset="0"/>
              </a:rPr>
              <a:t>  - Gestion centralisée</a:t>
            </a:r>
          </a:p>
          <a:p>
            <a:r>
              <a:rPr lang="fr-FR" dirty="0">
                <a:latin typeface="Montserrat" pitchFamily="2" charset="0"/>
              </a:rPr>
              <a:t>  - Conformité sécurité</a:t>
            </a:r>
          </a:p>
          <a:p>
            <a:r>
              <a:rPr lang="fr-FR" dirty="0">
                <a:latin typeface="Montserrat" pitchFamily="2" charset="0"/>
              </a:rPr>
              <a:t>  - Simplifie le provisioning</a:t>
            </a:r>
          </a:p>
          <a:p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633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5A2624-BE32-06BF-F2AA-C9446764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autorisations et des rôles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AB0BFA-0F77-B7EE-7587-5415E8D0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Jenkins Role Strategy Plugin</a:t>
            </a:r>
          </a:p>
          <a:p>
            <a:r>
              <a:rPr lang="en-ZA" dirty="0">
                <a:latin typeface="Montserrat" pitchFamily="2" charset="0"/>
              </a:rPr>
              <a:t>- Types </a:t>
            </a:r>
            <a:r>
              <a:rPr lang="en-ZA" dirty="0" err="1">
                <a:latin typeface="Montserrat" pitchFamily="2" charset="0"/>
              </a:rPr>
              <a:t>d’autorisations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r>
              <a:rPr lang="en-ZA" dirty="0">
                <a:latin typeface="Montserrat" pitchFamily="2" charset="0"/>
              </a:rPr>
              <a:t>  - Admin, Job Creator, Viewer</a:t>
            </a:r>
          </a:p>
          <a:p>
            <a:r>
              <a:rPr lang="en-ZA" dirty="0">
                <a:latin typeface="Montserrat" pitchFamily="2" charset="0"/>
              </a:rPr>
              <a:t>  - Permissions </a:t>
            </a:r>
            <a:r>
              <a:rPr lang="en-ZA" dirty="0" err="1">
                <a:latin typeface="Montserrat" pitchFamily="2" charset="0"/>
              </a:rPr>
              <a:t>granulaire</a:t>
            </a:r>
            <a:r>
              <a:rPr lang="en-ZA" dirty="0">
                <a:latin typeface="Montserrat" pitchFamily="2" charset="0"/>
              </a:rPr>
              <a:t> (Build, Configure, Read)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Exemple</a:t>
            </a:r>
            <a:r>
              <a:rPr lang="en-ZA" dirty="0">
                <a:latin typeface="Montserrat" pitchFamily="2" charset="0"/>
              </a:rPr>
              <a:t> : </a:t>
            </a:r>
            <a:r>
              <a:rPr lang="en-ZA" dirty="0" err="1">
                <a:latin typeface="Montserrat" pitchFamily="2" charset="0"/>
              </a:rPr>
              <a:t>restreindre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création</a:t>
            </a:r>
            <a:r>
              <a:rPr lang="en-ZA" dirty="0">
                <a:latin typeface="Montserrat" pitchFamily="2" charset="0"/>
              </a:rPr>
              <a:t> de jobs aux </a:t>
            </a:r>
            <a:r>
              <a:rPr lang="en-ZA" dirty="0" err="1">
                <a:latin typeface="Montserrat" pitchFamily="2" charset="0"/>
              </a:rPr>
              <a:t>devops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87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A550A-7892-3E52-35F5-9DE34A44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Journalisation</a:t>
            </a:r>
            <a:r>
              <a:rPr lang="en-ZA" dirty="0"/>
              <a:t> des actions </a:t>
            </a:r>
            <a:r>
              <a:rPr lang="en-ZA" dirty="0" err="1"/>
              <a:t>utilisateur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078FF7-9C87-0889-CF5F-9277C10E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Jenkins log : suivi des actions</a:t>
            </a:r>
          </a:p>
          <a:p>
            <a:r>
              <a:rPr lang="fr-FR" dirty="0">
                <a:latin typeface="Montserrat" pitchFamily="2" charset="0"/>
              </a:rPr>
              <a:t>- Permet audit et détection de problèmes</a:t>
            </a:r>
          </a:p>
          <a:p>
            <a:r>
              <a:rPr lang="fr-FR" dirty="0">
                <a:latin typeface="Montserrat" pitchFamily="2" charset="0"/>
              </a:rPr>
              <a:t>- Configuration :</a:t>
            </a:r>
          </a:p>
          <a:p>
            <a:r>
              <a:rPr lang="fr-FR" dirty="0">
                <a:latin typeface="Montserrat" pitchFamily="2" charset="0"/>
              </a:rPr>
              <a:t>  - `Manage Jenkins → System Log`</a:t>
            </a:r>
          </a:p>
          <a:p>
            <a:r>
              <a:rPr lang="fr-FR" dirty="0">
                <a:latin typeface="Montserrat" pitchFamily="2" charset="0"/>
              </a:rPr>
              <a:t>  - Plugins : Audit Trail</a:t>
            </a:r>
          </a:p>
          <a:p>
            <a:r>
              <a:rPr lang="fr-FR" dirty="0">
                <a:latin typeface="Montserrat" pitchFamily="2" charset="0"/>
              </a:rPr>
              <a:t>- Logs à analyser régulièrement pour sécurité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4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B6DEC-666A-8716-BF4F-BFA374E9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Gestion de </a:t>
            </a:r>
            <a:r>
              <a:rPr lang="en-ZA" dirty="0" err="1"/>
              <a:t>l’espace</a:t>
            </a:r>
            <a:r>
              <a:rPr lang="en-ZA" dirty="0"/>
              <a:t> </a:t>
            </a:r>
            <a:r>
              <a:rPr lang="en-ZA" dirty="0" err="1"/>
              <a:t>disque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D7110-B14F-2969-416F-4D8B554A5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Nettoyage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régulier</a:t>
            </a:r>
            <a:r>
              <a:rPr lang="en-ZA" dirty="0">
                <a:latin typeface="Montserrat" pitchFamily="2" charset="0"/>
              </a:rPr>
              <a:t> des workspaces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Supprimer</a:t>
            </a:r>
            <a:r>
              <a:rPr lang="en-ZA" dirty="0">
                <a:latin typeface="Montserrat" pitchFamily="2" charset="0"/>
              </a:rPr>
              <a:t> builds </a:t>
            </a:r>
            <a:r>
              <a:rPr lang="en-ZA" dirty="0" err="1">
                <a:latin typeface="Montserrat" pitchFamily="2" charset="0"/>
              </a:rPr>
              <a:t>anciens</a:t>
            </a:r>
            <a:r>
              <a:rPr lang="en-ZA" dirty="0">
                <a:latin typeface="Montserrat" pitchFamily="2" charset="0"/>
              </a:rPr>
              <a:t> / </a:t>
            </a:r>
            <a:r>
              <a:rPr lang="en-ZA" dirty="0" err="1">
                <a:latin typeface="Montserrat" pitchFamily="2" charset="0"/>
              </a:rPr>
              <a:t>inutiles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Plugin Disk Usage pour </a:t>
            </a:r>
            <a:r>
              <a:rPr lang="en-ZA" dirty="0" err="1">
                <a:latin typeface="Montserrat" pitchFamily="2" charset="0"/>
              </a:rPr>
              <a:t>suivi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Exemples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endParaRPr lang="en-ZA" dirty="0">
              <a:latin typeface="Montserrat" pitchFamily="2" charset="0"/>
            </a:endParaRPr>
          </a:p>
          <a:p>
            <a:r>
              <a:rPr lang="en-ZA" sz="2400" b="1" dirty="0">
                <a:latin typeface="Montserrat" pitchFamily="2" charset="0"/>
              </a:rPr>
              <a:t>pipeline {</a:t>
            </a:r>
          </a:p>
          <a:p>
            <a:r>
              <a:rPr lang="en-ZA" sz="2400" b="1" dirty="0">
                <a:latin typeface="Montserrat" pitchFamily="2" charset="0"/>
              </a:rPr>
              <a:t>  post {</a:t>
            </a:r>
          </a:p>
          <a:p>
            <a:r>
              <a:rPr lang="en-ZA" sz="2400" b="1" dirty="0">
                <a:latin typeface="Montserrat" pitchFamily="2" charset="0"/>
              </a:rPr>
              <a:t>    always { </a:t>
            </a:r>
            <a:r>
              <a:rPr lang="en-ZA" sz="2400" b="1" dirty="0" err="1">
                <a:latin typeface="Montserrat" pitchFamily="2" charset="0"/>
              </a:rPr>
              <a:t>cleanWs</a:t>
            </a:r>
            <a:r>
              <a:rPr lang="en-ZA" sz="2400" b="1" dirty="0">
                <a:latin typeface="Montserrat" pitchFamily="2" charset="0"/>
              </a:rPr>
              <a:t>() }</a:t>
            </a:r>
          </a:p>
          <a:p>
            <a:r>
              <a:rPr lang="en-ZA" sz="2400" b="1" dirty="0">
                <a:latin typeface="Montserrat" pitchFamily="2" charset="0"/>
              </a:rPr>
              <a:t>  }</a:t>
            </a:r>
          </a:p>
          <a:p>
            <a:r>
              <a:rPr lang="en-ZA" sz="2400" b="1" dirty="0">
                <a:latin typeface="Montserrat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514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73BB6-537C-5CF7-5035-4B3A477E5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Monitoring de la charge CPU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BCA585-94DD-9D17-FE13-C41CFB9BF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Suivi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ressources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serveur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r>
              <a:rPr lang="en-ZA" dirty="0">
                <a:latin typeface="Montserrat" pitchFamily="2" charset="0"/>
              </a:rPr>
              <a:t>  - CPU, RAM, </a:t>
            </a:r>
            <a:r>
              <a:rPr lang="en-ZA" dirty="0" err="1">
                <a:latin typeface="Montserrat" pitchFamily="2" charset="0"/>
              </a:rPr>
              <a:t>disque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- Plugin Monitoring / Prometheus / Grafana</a:t>
            </a:r>
          </a:p>
          <a:p>
            <a:r>
              <a:rPr lang="en-ZA" dirty="0">
                <a:latin typeface="Montserrat" pitchFamily="2" charset="0"/>
              </a:rPr>
              <a:t>- Identifier jobs </a:t>
            </a:r>
            <a:r>
              <a:rPr lang="en-ZA" dirty="0" err="1">
                <a:latin typeface="Montserrat" pitchFamily="2" charset="0"/>
              </a:rPr>
              <a:t>lourds</a:t>
            </a:r>
            <a:r>
              <a:rPr lang="en-ZA" dirty="0">
                <a:latin typeface="Montserrat" pitchFamily="2" charset="0"/>
              </a:rPr>
              <a:t> et optimiser pipelines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Ajuster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nombre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d’agents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en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conséquence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1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4766C5-A72B-E2F3-2F34-754FB5BB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Sauvegarde</a:t>
            </a:r>
            <a:r>
              <a:rPr lang="en-ZA" dirty="0"/>
              <a:t> de la configuration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BB595-BBC7-4EBE-E733-6083C4E44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- Jenkins </a:t>
            </a:r>
            <a:r>
              <a:rPr lang="en-ZA" sz="2800" dirty="0" err="1">
                <a:latin typeface="Montserrat" pitchFamily="2" charset="0"/>
              </a:rPr>
              <a:t>stocke</a:t>
            </a:r>
            <a:r>
              <a:rPr lang="en-ZA" sz="2800" dirty="0">
                <a:latin typeface="Montserrat" pitchFamily="2" charset="0"/>
              </a:rPr>
              <a:t> tout dans `$JENKINS_HOME`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Fichiers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importants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sz="2800" dirty="0">
                <a:latin typeface="Montserrat" pitchFamily="2" charset="0"/>
              </a:rPr>
              <a:t>  - config.xml</a:t>
            </a:r>
          </a:p>
          <a:p>
            <a:r>
              <a:rPr lang="en-ZA" sz="2800" dirty="0">
                <a:latin typeface="Montserrat" pitchFamily="2" charset="0"/>
              </a:rPr>
              <a:t>  - jobs/</a:t>
            </a:r>
          </a:p>
          <a:p>
            <a:r>
              <a:rPr lang="en-ZA" sz="2800" dirty="0">
                <a:latin typeface="Montserrat" pitchFamily="2" charset="0"/>
              </a:rPr>
              <a:t>  - credentials.xml</a:t>
            </a:r>
          </a:p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Stratégies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sz="2800" dirty="0">
                <a:latin typeface="Montserrat" pitchFamily="2" charset="0"/>
              </a:rPr>
              <a:t>  - Backup </a:t>
            </a:r>
            <a:r>
              <a:rPr lang="en-ZA" sz="2800" dirty="0" err="1">
                <a:latin typeface="Montserrat" pitchFamily="2" charset="0"/>
              </a:rPr>
              <a:t>manuel</a:t>
            </a:r>
            <a:endParaRPr lang="en-ZA" sz="2800" dirty="0">
              <a:latin typeface="Montserrat" pitchFamily="2" charset="0"/>
            </a:endParaRPr>
          </a:p>
          <a:p>
            <a:r>
              <a:rPr lang="en-ZA" sz="2800" dirty="0">
                <a:latin typeface="Montserrat" pitchFamily="2" charset="0"/>
              </a:rPr>
              <a:t>  - Plugin </a:t>
            </a:r>
            <a:r>
              <a:rPr lang="en-ZA" sz="2800" dirty="0" err="1">
                <a:latin typeface="Montserrat" pitchFamily="2" charset="0"/>
              </a:rPr>
              <a:t>ThinBackup</a:t>
            </a:r>
            <a:endParaRPr lang="en-ZA" sz="2800" dirty="0">
              <a:latin typeface="Montserrat" pitchFamily="2" charset="0"/>
            </a:endParaRPr>
          </a:p>
          <a:p>
            <a:r>
              <a:rPr lang="en-ZA" sz="2800" dirty="0">
                <a:latin typeface="Montserrat" pitchFamily="2" charset="0"/>
              </a:rPr>
              <a:t>  - Cron + script de </a:t>
            </a:r>
            <a:r>
              <a:rPr lang="en-ZA" sz="2800" dirty="0" err="1">
                <a:latin typeface="Montserrat" pitchFamily="2" charset="0"/>
              </a:rPr>
              <a:t>sauvegarde</a:t>
            </a:r>
            <a:endParaRPr lang="en-ZA" sz="2800" dirty="0">
              <a:latin typeface="Montserrat" pitchFamily="2" charset="0"/>
            </a:endParaRPr>
          </a:p>
          <a:p>
            <a:r>
              <a:rPr lang="en-ZA" sz="2800" dirty="0">
                <a:latin typeface="Montserrat" pitchFamily="2" charset="0"/>
              </a:rPr>
              <a:t>- Objectif : reprise </a:t>
            </a:r>
            <a:r>
              <a:rPr lang="en-ZA" sz="2800" dirty="0" err="1">
                <a:latin typeface="Montserrat" pitchFamily="2" charset="0"/>
              </a:rPr>
              <a:t>rapide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en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cas</a:t>
            </a:r>
            <a:r>
              <a:rPr lang="en-ZA" sz="2800" dirty="0">
                <a:latin typeface="Montserrat" pitchFamily="2" charset="0"/>
              </a:rPr>
              <a:t> de panne</a:t>
            </a:r>
          </a:p>
        </p:txBody>
      </p:sp>
    </p:spTree>
    <p:extLst>
      <p:ext uri="{BB962C8B-B14F-4D97-AF65-F5344CB8AC3E}">
        <p14:creationId xmlns:p14="http://schemas.microsoft.com/office/powerpoint/2010/main" val="34191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76A8-D5C5-3545-1ED8-1F63C3F16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5046A-BEC0-3BD2-9045-1693CD3C5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(tp-mod7)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3591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5EBBF-746D-92EE-11F3-AC0DB05C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71243"/>
            <a:ext cx="8516475" cy="428299"/>
          </a:xfrm>
        </p:spPr>
        <p:txBody>
          <a:bodyPr anchor="t">
            <a:normAutofit/>
          </a:bodyPr>
          <a:lstStyle/>
          <a:p>
            <a:r>
              <a:rPr lang="en-ZA" dirty="0"/>
              <a:t>Résumé du module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8679CF5-C73C-72C3-FD39-D6CAFDD8C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5841389"/>
              </p:ext>
            </p:extLst>
          </p:nvPr>
        </p:nvGraphicFramePr>
        <p:xfrm>
          <a:off x="314326" y="915567"/>
          <a:ext cx="8515349" cy="367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035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A2A28-D20B-E7D1-5887-597B31F3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23168-CE49-5AF9-9690-061F49A72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728" y="1707654"/>
            <a:ext cx="5194569" cy="2854155"/>
          </a:xfrm>
        </p:spPr>
        <p:txBody>
          <a:bodyPr anchor="t">
            <a:normAutofit/>
          </a:bodyPr>
          <a:lstStyle/>
          <a:p>
            <a:pPr algn="ctr"/>
            <a:r>
              <a:rPr lang="fr-FR" dirty="0">
                <a:latin typeface="Montserrat Black" pitchFamily="2" charset="0"/>
              </a:rPr>
              <a:t>Modules 8: 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 Agents Jenkins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72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5B9B7-AFF0-3CED-F144-CA28B3D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aux agents Jenkins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2B3649-3B2D-0859-7CE5-58FBAC005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Jenkins Master : serveur central, planification et orchestration</a:t>
            </a:r>
          </a:p>
          <a:p>
            <a:r>
              <a:rPr lang="fr-FR" dirty="0">
                <a:latin typeface="Montserrat" pitchFamily="2" charset="0"/>
              </a:rPr>
              <a:t>- Agents (ou </a:t>
            </a:r>
            <a:r>
              <a:rPr lang="fr-FR" dirty="0" err="1">
                <a:latin typeface="Montserrat" pitchFamily="2" charset="0"/>
              </a:rPr>
              <a:t>nodes</a:t>
            </a:r>
            <a:r>
              <a:rPr lang="fr-FR" dirty="0">
                <a:latin typeface="Montserrat" pitchFamily="2" charset="0"/>
              </a:rPr>
              <a:t>) : exécutent les jobs/</a:t>
            </a:r>
            <a:r>
              <a:rPr lang="fr-FR" dirty="0" err="1">
                <a:latin typeface="Montserrat" pitchFamily="2" charset="0"/>
              </a:rPr>
              <a:t>builds</a:t>
            </a:r>
            <a:endParaRPr lang="fr-FR" dirty="0">
              <a:latin typeface="Montserrat" pitchFamily="2" charset="0"/>
            </a:endParaRPr>
          </a:p>
          <a:p>
            <a:r>
              <a:rPr lang="fr-FR" dirty="0">
                <a:latin typeface="Montserrat" pitchFamily="2" charset="0"/>
              </a:rPr>
              <a:t>- Objectifs :</a:t>
            </a:r>
          </a:p>
          <a:p>
            <a:r>
              <a:rPr lang="fr-FR" dirty="0">
                <a:latin typeface="Montserrat" pitchFamily="2" charset="0"/>
              </a:rPr>
              <a:t>  - Répartir la charge</a:t>
            </a:r>
          </a:p>
          <a:p>
            <a:r>
              <a:rPr lang="fr-FR" dirty="0">
                <a:latin typeface="Montserrat" pitchFamily="2" charset="0"/>
              </a:rPr>
              <a:t>  - Exécuter des </a:t>
            </a:r>
            <a:r>
              <a:rPr lang="fr-FR" dirty="0" err="1">
                <a:latin typeface="Montserrat" pitchFamily="2" charset="0"/>
              </a:rPr>
              <a:t>builds</a:t>
            </a:r>
            <a:r>
              <a:rPr lang="fr-FR" dirty="0">
                <a:latin typeface="Montserrat" pitchFamily="2" charset="0"/>
              </a:rPr>
              <a:t> sur différents OS / environnements</a:t>
            </a:r>
          </a:p>
          <a:p>
            <a:r>
              <a:rPr lang="fr-FR" dirty="0">
                <a:latin typeface="Montserrat" pitchFamily="2" charset="0"/>
              </a:rPr>
              <a:t>  - Isoler jobs pour sécurité et performance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97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44113-8721-6EE5-B4F5-4E8B8B1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Types </a:t>
            </a:r>
            <a:r>
              <a:rPr lang="en-ZA" dirty="0" err="1"/>
              <a:t>d’agents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58DE95-CAFE-07B7-600D-56ACA93C7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</a:t>
            </a:r>
            <a:r>
              <a:rPr lang="fr-FR" dirty="0" err="1">
                <a:latin typeface="Montserrat" pitchFamily="2" charset="0"/>
              </a:rPr>
              <a:t>Static</a:t>
            </a:r>
            <a:r>
              <a:rPr lang="fr-FR" dirty="0">
                <a:latin typeface="Montserrat" pitchFamily="2" charset="0"/>
              </a:rPr>
              <a:t> agent : machine pré-configurée et toujours connectée</a:t>
            </a:r>
          </a:p>
          <a:p>
            <a:r>
              <a:rPr lang="fr-FR" dirty="0">
                <a:latin typeface="Montserrat" pitchFamily="2" charset="0"/>
              </a:rPr>
              <a:t>- Dynamic agent : crée et détruit à la demande (ex : via Docker, Kubernetes)</a:t>
            </a:r>
          </a:p>
          <a:p>
            <a:r>
              <a:rPr lang="fr-FR" dirty="0">
                <a:latin typeface="Montserrat" pitchFamily="2" charset="0"/>
              </a:rPr>
              <a:t>- Cloud agent : exécution dans le cloud (AWS, Azure, GCP)</a:t>
            </a:r>
          </a:p>
          <a:p>
            <a:r>
              <a:rPr lang="fr-FR" dirty="0">
                <a:latin typeface="Montserrat" pitchFamily="2" charset="0"/>
              </a:rPr>
              <a:t>- Choix selon besoins : charge, scalabilité et budget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4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07739-8FF6-81F2-A30B-3B57B2AF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Pré-</a:t>
            </a:r>
            <a:r>
              <a:rPr lang="en-ZA" dirty="0" err="1"/>
              <a:t>requis</a:t>
            </a:r>
            <a:r>
              <a:rPr lang="en-ZA" dirty="0"/>
              <a:t> pour les agents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4E74C-8F9C-6D5E-70B0-2685E55B3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Agent doit avoir accès au Master Jenkins :</a:t>
            </a:r>
          </a:p>
          <a:p>
            <a:r>
              <a:rPr lang="fr-FR" dirty="0">
                <a:latin typeface="Montserrat" pitchFamily="2" charset="0"/>
              </a:rPr>
              <a:t>  - Réseau TCP/IP (port 50000 ou JNLP)</a:t>
            </a:r>
          </a:p>
          <a:p>
            <a:r>
              <a:rPr lang="fr-FR" dirty="0">
                <a:latin typeface="Montserrat" pitchFamily="2" charset="0"/>
              </a:rPr>
              <a:t>- Installer Java (JDK 11 minimum)</a:t>
            </a:r>
          </a:p>
          <a:p>
            <a:r>
              <a:rPr lang="fr-FR" dirty="0">
                <a:latin typeface="Montserrat" pitchFamily="2" charset="0"/>
              </a:rPr>
              <a:t>- Clés SSH pour connexion sécurisée</a:t>
            </a:r>
          </a:p>
          <a:p>
            <a:r>
              <a:rPr lang="fr-FR" dirty="0">
                <a:latin typeface="Montserrat" pitchFamily="2" charset="0"/>
              </a:rPr>
              <a:t>- Optionnel : outils spécifiques (Maven, Docker, </a:t>
            </a:r>
            <a:r>
              <a:rPr lang="fr-FR" dirty="0" err="1">
                <a:latin typeface="Montserrat" pitchFamily="2" charset="0"/>
              </a:rPr>
              <a:t>NodeJS</a:t>
            </a:r>
            <a:r>
              <a:rPr lang="fr-FR" dirty="0">
                <a:latin typeface="Montserrat" pitchFamily="2" charset="0"/>
              </a:rPr>
              <a:t>)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45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A3BF97-757E-C951-9E72-8BD2E09A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Installation d’un agent via SSH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8BDAB4-15DA-EC9F-4C51-8C6EDB361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1. </a:t>
            </a:r>
            <a:r>
              <a:rPr lang="en-ZA" sz="2800" dirty="0" err="1">
                <a:latin typeface="Montserrat" pitchFamily="2" charset="0"/>
              </a:rPr>
              <a:t>Créer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utilisateur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dédié</a:t>
            </a:r>
            <a:r>
              <a:rPr lang="en-ZA" sz="2800" dirty="0">
                <a:latin typeface="Montserrat" pitchFamily="2" charset="0"/>
              </a:rPr>
              <a:t> sur la machine agent</a:t>
            </a:r>
          </a:p>
          <a:p>
            <a:r>
              <a:rPr lang="en-ZA" sz="2800" dirty="0">
                <a:latin typeface="Montserrat" pitchFamily="2" charset="0"/>
              </a:rPr>
              <a:t>2. </a:t>
            </a:r>
            <a:r>
              <a:rPr lang="en-ZA" sz="2800" dirty="0" err="1">
                <a:latin typeface="Montserrat" pitchFamily="2" charset="0"/>
              </a:rPr>
              <a:t>Échanger</a:t>
            </a:r>
            <a:r>
              <a:rPr lang="en-ZA" sz="2800" dirty="0">
                <a:latin typeface="Montserrat" pitchFamily="2" charset="0"/>
              </a:rPr>
              <a:t> les </a:t>
            </a:r>
            <a:r>
              <a:rPr lang="en-ZA" sz="2800" dirty="0" err="1">
                <a:latin typeface="Montserrat" pitchFamily="2" charset="0"/>
              </a:rPr>
              <a:t>clés</a:t>
            </a:r>
            <a:r>
              <a:rPr lang="en-ZA" sz="2800" dirty="0">
                <a:latin typeface="Montserrat" pitchFamily="2" charset="0"/>
              </a:rPr>
              <a:t> SSH entre Master et Agent</a:t>
            </a:r>
          </a:p>
          <a:p>
            <a:r>
              <a:rPr lang="en-ZA" sz="2800" dirty="0">
                <a:latin typeface="Montserrat" pitchFamily="2" charset="0"/>
              </a:rPr>
              <a:t>3. Dans Jenkins Master :</a:t>
            </a:r>
          </a:p>
          <a:p>
            <a:r>
              <a:rPr lang="en-ZA" sz="2800" dirty="0">
                <a:latin typeface="Montserrat" pitchFamily="2" charset="0"/>
              </a:rPr>
              <a:t>   - Manage Jenkins → Manage Nodes and Clouds → New Node</a:t>
            </a:r>
          </a:p>
          <a:p>
            <a:r>
              <a:rPr lang="en-ZA" sz="2800" dirty="0">
                <a:latin typeface="Montserrat" pitchFamily="2" charset="0"/>
              </a:rPr>
              <a:t>   - </a:t>
            </a:r>
            <a:r>
              <a:rPr lang="en-ZA" sz="2800" dirty="0" err="1">
                <a:latin typeface="Montserrat" pitchFamily="2" charset="0"/>
              </a:rPr>
              <a:t>Choisir</a:t>
            </a:r>
            <a:r>
              <a:rPr lang="en-ZA" sz="2800" dirty="0">
                <a:latin typeface="Montserrat" pitchFamily="2" charset="0"/>
              </a:rPr>
              <a:t> « Permanent Agent »</a:t>
            </a:r>
          </a:p>
          <a:p>
            <a:r>
              <a:rPr lang="en-ZA" sz="2800" dirty="0">
                <a:latin typeface="Montserrat" pitchFamily="2" charset="0"/>
              </a:rPr>
              <a:t>   - </a:t>
            </a:r>
            <a:r>
              <a:rPr lang="en-ZA" sz="2800" dirty="0" err="1">
                <a:latin typeface="Montserrat" pitchFamily="2" charset="0"/>
              </a:rPr>
              <a:t>Renseigner</a:t>
            </a:r>
            <a:r>
              <a:rPr lang="en-ZA" sz="2800" dirty="0">
                <a:latin typeface="Montserrat" pitchFamily="2" charset="0"/>
              </a:rPr>
              <a:t> Hostname, Remote Root Directory, Credentials SSH</a:t>
            </a:r>
          </a:p>
          <a:p>
            <a:r>
              <a:rPr lang="en-ZA" sz="2800" dirty="0">
                <a:latin typeface="Montserrat" pitchFamily="2" charset="0"/>
              </a:rPr>
              <a:t>4. Lancer agent et </a:t>
            </a:r>
            <a:r>
              <a:rPr lang="en-ZA" sz="2800" dirty="0" err="1">
                <a:latin typeface="Montserrat" pitchFamily="2" charset="0"/>
              </a:rPr>
              <a:t>vérifier</a:t>
            </a:r>
            <a:r>
              <a:rPr lang="en-ZA" sz="2800" dirty="0">
                <a:latin typeface="Montserrat" pitchFamily="2" charset="0"/>
              </a:rPr>
              <a:t> connexion</a:t>
            </a:r>
          </a:p>
        </p:txBody>
      </p:sp>
    </p:spTree>
    <p:extLst>
      <p:ext uri="{BB962C8B-B14F-4D97-AF65-F5344CB8AC3E}">
        <p14:creationId xmlns:p14="http://schemas.microsoft.com/office/powerpoint/2010/main" val="292351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223957-A0C8-57BA-46D9-16BD990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Configuration de répartition des tâches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E55B98-4851-04C5-4219-FE69C813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400" dirty="0">
                <a:latin typeface="Montserrat" pitchFamily="2" charset="0"/>
              </a:rPr>
              <a:t>- </a:t>
            </a:r>
            <a:r>
              <a:rPr lang="en-ZA" sz="2400" dirty="0" err="1">
                <a:latin typeface="Montserrat" pitchFamily="2" charset="0"/>
              </a:rPr>
              <a:t>Définir</a:t>
            </a:r>
            <a:r>
              <a:rPr lang="en-ZA" sz="2400" dirty="0">
                <a:latin typeface="Montserrat" pitchFamily="2" charset="0"/>
              </a:rPr>
              <a:t> labels pour agents (`</a:t>
            </a:r>
            <a:r>
              <a:rPr lang="en-ZA" sz="2400" dirty="0" err="1">
                <a:latin typeface="Montserrat" pitchFamily="2" charset="0"/>
              </a:rPr>
              <a:t>linux</a:t>
            </a:r>
            <a:r>
              <a:rPr lang="en-ZA" sz="2400" dirty="0">
                <a:latin typeface="Montserrat" pitchFamily="2" charset="0"/>
              </a:rPr>
              <a:t>`, `windows`, `docker`)</a:t>
            </a:r>
          </a:p>
          <a:p>
            <a:r>
              <a:rPr lang="en-ZA" sz="2400" dirty="0">
                <a:latin typeface="Montserrat" pitchFamily="2" charset="0"/>
              </a:rPr>
              <a:t>- Dans </a:t>
            </a:r>
            <a:r>
              <a:rPr lang="en-ZA" sz="2400" dirty="0" err="1">
                <a:latin typeface="Montserrat" pitchFamily="2" charset="0"/>
              </a:rPr>
              <a:t>Jenkinsfile</a:t>
            </a:r>
            <a:r>
              <a:rPr lang="en-ZA" sz="2400" dirty="0">
                <a:latin typeface="Montserrat" pitchFamily="2" charset="0"/>
              </a:rPr>
              <a:t> :</a:t>
            </a:r>
          </a:p>
          <a:p>
            <a:endParaRPr lang="en-ZA" sz="2000" b="1" dirty="0">
              <a:latin typeface="Montserrat" pitchFamily="2" charset="0"/>
            </a:endParaRPr>
          </a:p>
          <a:p>
            <a:r>
              <a:rPr lang="en-ZA" sz="2000" b="1" dirty="0">
                <a:latin typeface="Montserrat" pitchFamily="2" charset="0"/>
              </a:rPr>
              <a:t>pipeline {</a:t>
            </a:r>
          </a:p>
          <a:p>
            <a:r>
              <a:rPr lang="en-ZA" sz="2000" b="1" dirty="0">
                <a:latin typeface="Montserrat" pitchFamily="2" charset="0"/>
              </a:rPr>
              <a:t>  agent { label '</a:t>
            </a:r>
            <a:r>
              <a:rPr lang="en-ZA" sz="2000" b="1" dirty="0" err="1">
                <a:latin typeface="Montserrat" pitchFamily="2" charset="0"/>
              </a:rPr>
              <a:t>linux</a:t>
            </a:r>
            <a:r>
              <a:rPr lang="en-ZA" sz="2000" b="1" dirty="0">
                <a:latin typeface="Montserrat" pitchFamily="2" charset="0"/>
              </a:rPr>
              <a:t>' }</a:t>
            </a:r>
          </a:p>
          <a:p>
            <a:r>
              <a:rPr lang="en-ZA" sz="2000" b="1" dirty="0">
                <a:latin typeface="Montserrat" pitchFamily="2" charset="0"/>
              </a:rPr>
              <a:t>  stages { stage('Build') { steps { </a:t>
            </a:r>
            <a:r>
              <a:rPr lang="en-ZA" sz="2000" b="1" dirty="0" err="1">
                <a:latin typeface="Montserrat" pitchFamily="2" charset="0"/>
              </a:rPr>
              <a:t>sh</a:t>
            </a:r>
            <a:r>
              <a:rPr lang="en-ZA" sz="2000" b="1" dirty="0">
                <a:latin typeface="Montserrat" pitchFamily="2" charset="0"/>
              </a:rPr>
              <a:t> '</a:t>
            </a:r>
            <a:r>
              <a:rPr lang="en-ZA" sz="2000" b="1" dirty="0" err="1">
                <a:latin typeface="Montserrat" pitchFamily="2" charset="0"/>
              </a:rPr>
              <a:t>mvn</a:t>
            </a:r>
            <a:r>
              <a:rPr lang="en-ZA" sz="2000" b="1" dirty="0">
                <a:latin typeface="Montserrat" pitchFamily="2" charset="0"/>
              </a:rPr>
              <a:t> clean package' } } }</a:t>
            </a:r>
          </a:p>
          <a:p>
            <a:r>
              <a:rPr lang="en-ZA" sz="2000" b="1" dirty="0">
                <a:latin typeface="Montserrat" pitchFamily="2" charset="0"/>
              </a:rPr>
              <a:t>}</a:t>
            </a:r>
          </a:p>
          <a:p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</a:t>
            </a:r>
            <a:r>
              <a:rPr lang="en-ZA" sz="2400" dirty="0" err="1">
                <a:latin typeface="Montserrat" pitchFamily="2" charset="0"/>
              </a:rPr>
              <a:t>Permet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d’envoyer</a:t>
            </a:r>
            <a:r>
              <a:rPr lang="en-ZA" sz="2400" dirty="0">
                <a:latin typeface="Montserrat" pitchFamily="2" charset="0"/>
              </a:rPr>
              <a:t> le job sur </a:t>
            </a:r>
            <a:r>
              <a:rPr lang="en-ZA" sz="2400" dirty="0" err="1">
                <a:latin typeface="Montserrat" pitchFamily="2" charset="0"/>
              </a:rPr>
              <a:t>l’agent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approprié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Optimise utilisation des </a:t>
            </a:r>
            <a:r>
              <a:rPr lang="en-ZA" sz="2400" dirty="0" err="1">
                <a:latin typeface="Montserrat" pitchFamily="2" charset="0"/>
              </a:rPr>
              <a:t>ressources</a:t>
            </a:r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54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65DB8-5DF9-1AEB-5D72-CF7F364D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Dimensionnement</a:t>
            </a:r>
            <a:r>
              <a:rPr lang="en-ZA" dirty="0"/>
              <a:t> du cluster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50E324-0A00-701C-4BF1-92335DDE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- Nombre </a:t>
            </a:r>
            <a:r>
              <a:rPr lang="en-ZA" dirty="0" err="1">
                <a:latin typeface="Montserrat" pitchFamily="2" charset="0"/>
              </a:rPr>
              <a:t>d’agents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selon</a:t>
            </a:r>
            <a:r>
              <a:rPr lang="en-ZA" dirty="0">
                <a:latin typeface="Montserrat" pitchFamily="2" charset="0"/>
              </a:rPr>
              <a:t> :</a:t>
            </a:r>
          </a:p>
          <a:p>
            <a:r>
              <a:rPr lang="en-ZA" dirty="0">
                <a:latin typeface="Montserrat" pitchFamily="2" charset="0"/>
              </a:rPr>
              <a:t>  - Nombre de jobs </a:t>
            </a:r>
            <a:r>
              <a:rPr lang="en-ZA" dirty="0" err="1">
                <a:latin typeface="Montserrat" pitchFamily="2" charset="0"/>
              </a:rPr>
              <a:t>simultanés</a:t>
            </a:r>
            <a:endParaRPr lang="en-ZA" dirty="0">
              <a:latin typeface="Montserrat" pitchFamily="2" charset="0"/>
            </a:endParaRPr>
          </a:p>
          <a:p>
            <a:r>
              <a:rPr lang="en-ZA" dirty="0">
                <a:latin typeface="Montserrat" pitchFamily="2" charset="0"/>
              </a:rPr>
              <a:t>  - Taille des builds</a:t>
            </a:r>
          </a:p>
          <a:p>
            <a:r>
              <a:rPr lang="en-ZA" dirty="0">
                <a:latin typeface="Montserrat" pitchFamily="2" charset="0"/>
              </a:rPr>
              <a:t>  - </a:t>
            </a:r>
            <a:r>
              <a:rPr lang="en-ZA" dirty="0" err="1">
                <a:latin typeface="Montserrat" pitchFamily="2" charset="0"/>
              </a:rPr>
              <a:t>Ressources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serveur</a:t>
            </a:r>
            <a:r>
              <a:rPr lang="en-ZA" dirty="0">
                <a:latin typeface="Montserrat" pitchFamily="2" charset="0"/>
              </a:rPr>
              <a:t> master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Ajustement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dynamique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si</a:t>
            </a:r>
            <a:r>
              <a:rPr lang="en-ZA" dirty="0">
                <a:latin typeface="Montserrat" pitchFamily="2" charset="0"/>
              </a:rPr>
              <a:t> agents cloud/dockers</a:t>
            </a:r>
          </a:p>
          <a:p>
            <a:r>
              <a:rPr lang="en-ZA" dirty="0">
                <a:latin typeface="Montserrat" pitchFamily="2" charset="0"/>
              </a:rPr>
              <a:t>- </a:t>
            </a:r>
            <a:r>
              <a:rPr lang="en-ZA" dirty="0" err="1">
                <a:latin typeface="Montserrat" pitchFamily="2" charset="0"/>
              </a:rPr>
              <a:t>Suivi</a:t>
            </a:r>
            <a:r>
              <a:rPr lang="en-ZA" dirty="0">
                <a:latin typeface="Montserrat" pitchFamily="2" charset="0"/>
              </a:rPr>
              <a:t> via monitoring CPU / RAM / Disque</a:t>
            </a:r>
          </a:p>
        </p:txBody>
      </p:sp>
    </p:spTree>
    <p:extLst>
      <p:ext uri="{BB962C8B-B14F-4D97-AF65-F5344CB8AC3E}">
        <p14:creationId xmlns:p14="http://schemas.microsoft.com/office/powerpoint/2010/main" val="1443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B5E3F-2797-CD83-4194-17E2E8F9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Espace </a:t>
            </a:r>
            <a:r>
              <a:rPr lang="en-ZA" dirty="0" err="1"/>
              <a:t>disque</a:t>
            </a:r>
            <a:r>
              <a:rPr lang="en-ZA" dirty="0"/>
              <a:t> </a:t>
            </a:r>
            <a:r>
              <a:rPr lang="en-ZA" dirty="0" err="1"/>
              <a:t>partagé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53A4AD-E7DE-D0C5-0BC0-6518D79AE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Optionnel : </a:t>
            </a:r>
            <a:r>
              <a:rPr lang="fr-FR" dirty="0" err="1">
                <a:latin typeface="Montserrat" pitchFamily="2" charset="0"/>
              </a:rPr>
              <a:t>workspace</a:t>
            </a:r>
            <a:r>
              <a:rPr lang="fr-FR" dirty="0">
                <a:latin typeface="Montserrat" pitchFamily="2" charset="0"/>
              </a:rPr>
              <a:t> partagé pour agents</a:t>
            </a:r>
          </a:p>
          <a:p>
            <a:r>
              <a:rPr lang="fr-FR" dirty="0">
                <a:latin typeface="Montserrat" pitchFamily="2" charset="0"/>
              </a:rPr>
              <a:t>- Avantages :</a:t>
            </a:r>
          </a:p>
          <a:p>
            <a:r>
              <a:rPr lang="fr-FR" dirty="0">
                <a:latin typeface="Montserrat" pitchFamily="2" charset="0"/>
              </a:rPr>
              <a:t>  - Accès aux artefacts communs</a:t>
            </a:r>
          </a:p>
          <a:p>
            <a:r>
              <a:rPr lang="fr-FR" dirty="0">
                <a:latin typeface="Montserrat" pitchFamily="2" charset="0"/>
              </a:rPr>
              <a:t>  - Réduction duplication des téléchargements</a:t>
            </a:r>
          </a:p>
          <a:p>
            <a:r>
              <a:rPr lang="fr-FR" dirty="0">
                <a:latin typeface="Montserrat" pitchFamily="2" charset="0"/>
              </a:rPr>
              <a:t>- Inconvénients :</a:t>
            </a:r>
          </a:p>
          <a:p>
            <a:r>
              <a:rPr lang="fr-FR" dirty="0">
                <a:latin typeface="Montserrat" pitchFamily="2" charset="0"/>
              </a:rPr>
              <a:t>  - Gestion plus complexe</a:t>
            </a:r>
          </a:p>
          <a:p>
            <a:r>
              <a:rPr lang="fr-FR" dirty="0">
                <a:latin typeface="Montserrat" pitchFamily="2" charset="0"/>
              </a:rPr>
              <a:t>  - Risque de conflits si plusieurs jobs écrivent sur même </a:t>
            </a:r>
            <a:r>
              <a:rPr lang="fr-FR" dirty="0" err="1">
                <a:latin typeface="Montserrat" pitchFamily="2" charset="0"/>
              </a:rPr>
              <a:t>workspace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72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77ADE-EE57-3DDA-4310-37A6528B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Bonnes pratiques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0771E9-28C7-3AF0-CB35-1D52E96CE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Travaux p</a:t>
            </a:r>
            <a:r>
              <a:rPr lang="fr-FR" dirty="0">
                <a:latin typeface="Montserrat" pitchFamily="2" charset="0"/>
              </a:rPr>
              <a:t>- Toujours utiliser un utilisateur dédié pour les agents</a:t>
            </a:r>
          </a:p>
          <a:p>
            <a:r>
              <a:rPr lang="fr-FR" dirty="0">
                <a:latin typeface="Montserrat" pitchFamily="2" charset="0"/>
              </a:rPr>
              <a:t>- Limiter droits d’accès pour sécurité</a:t>
            </a:r>
          </a:p>
          <a:p>
            <a:r>
              <a:rPr lang="fr-FR" dirty="0">
                <a:latin typeface="Montserrat" pitchFamily="2" charset="0"/>
              </a:rPr>
              <a:t>- Mettre à jour Java et outils régulièrement</a:t>
            </a:r>
          </a:p>
          <a:p>
            <a:r>
              <a:rPr lang="fr-FR" dirty="0">
                <a:latin typeface="Montserrat" pitchFamily="2" charset="0"/>
              </a:rPr>
              <a:t>- Monitorer les ressources et ajuster nombre d’agents selon charge</a:t>
            </a:r>
          </a:p>
          <a:p>
            <a:r>
              <a:rPr lang="fr-FR" dirty="0">
                <a:latin typeface="Montserrat" pitchFamily="2" charset="0"/>
              </a:rPr>
              <a:t>- Documenter la configuration de chaque agent</a:t>
            </a:r>
            <a:r>
              <a:rPr lang="en-ZA" dirty="0" err="1">
                <a:latin typeface="Montserrat" pitchFamily="2" charset="0"/>
              </a:rPr>
              <a:t>ratiques</a:t>
            </a:r>
            <a:r>
              <a:rPr lang="en-ZA" dirty="0">
                <a:latin typeface="Montserrat" pitchFamily="2" charset="0"/>
              </a:rPr>
              <a:t> Agents</a:t>
            </a:r>
          </a:p>
        </p:txBody>
      </p:sp>
    </p:spTree>
    <p:extLst>
      <p:ext uri="{BB962C8B-B14F-4D97-AF65-F5344CB8AC3E}">
        <p14:creationId xmlns:p14="http://schemas.microsoft.com/office/powerpoint/2010/main" val="3738433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2FDF-6383-2514-57E5-DC6B9C1B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3CA5E8-7F08-9149-614E-BCED8D6E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(tp-mod8)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017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1FD58-03AD-E94E-C94F-DD1C476D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anchor="t">
            <a:normAutofit/>
          </a:bodyPr>
          <a:lstStyle/>
          <a:p>
            <a:r>
              <a:rPr lang="en-ZA" sz="3000" dirty="0">
                <a:solidFill>
                  <a:schemeClr val="bg2"/>
                </a:solidFill>
              </a:rPr>
              <a:t>Résumé du module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435A420-C0C1-9A97-F1CC-1D46C7AB9C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538061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621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188F8-4A5C-5628-FA26-F4C943FD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141C3-5957-242F-5C31-4789039BE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632" y="1347614"/>
            <a:ext cx="6989772" cy="2854155"/>
          </a:xfrm>
        </p:spPr>
        <p:txBody>
          <a:bodyPr anchor="t">
            <a:normAutofit/>
          </a:bodyPr>
          <a:lstStyle/>
          <a:p>
            <a:pPr algn="ctr"/>
            <a:r>
              <a:rPr lang="fr-FR" dirty="0">
                <a:latin typeface="Montserrat Black" pitchFamily="2" charset="0"/>
              </a:rPr>
              <a:t>Module 9: </a:t>
            </a:r>
            <a:br>
              <a:rPr lang="fr-FR" dirty="0">
                <a:latin typeface="Montserrat Black" pitchFamily="2" charset="0"/>
              </a:rPr>
            </a:br>
            <a:br>
              <a:rPr lang="fr-FR" dirty="0">
                <a:latin typeface="Montserrat Black" pitchFamily="2" charset="0"/>
              </a:rPr>
            </a:br>
            <a:r>
              <a:rPr lang="fr-FR" dirty="0">
                <a:latin typeface="Montserrat Black" pitchFamily="2" charset="0"/>
              </a:rPr>
              <a:t>Stratégie de sauvegarde Jenkins</a:t>
            </a:r>
            <a:endParaRPr lang="en-ZA" dirty="0">
              <a:latin typeface="Montserrat Blac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1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C4C527-5A4B-E671-33D8-4AAAAD63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60156A-6D06-803A-256B-94C3AEA1E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Objectif : assurer la continuité d’activité et la reprise après incident</a:t>
            </a:r>
          </a:p>
          <a:p>
            <a:r>
              <a:rPr lang="fr-FR" dirty="0">
                <a:latin typeface="Montserrat" pitchFamily="2" charset="0"/>
              </a:rPr>
              <a:t>- Jenkins stocke toutes ses configurations, jobs, </a:t>
            </a:r>
            <a:r>
              <a:rPr lang="fr-FR" dirty="0" err="1">
                <a:latin typeface="Montserrat" pitchFamily="2" charset="0"/>
              </a:rPr>
              <a:t>credentials</a:t>
            </a:r>
            <a:r>
              <a:rPr lang="fr-FR" dirty="0">
                <a:latin typeface="Montserrat" pitchFamily="2" charset="0"/>
              </a:rPr>
              <a:t> et artefacts importants</a:t>
            </a:r>
          </a:p>
          <a:p>
            <a:r>
              <a:rPr lang="fr-FR" dirty="0">
                <a:latin typeface="Montserrat" pitchFamily="2" charset="0"/>
              </a:rPr>
              <a:t>- Importance de planifier et automatiser les sauvegardes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55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F416FB-5435-D2E5-13B9-C766D39F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Anatomie du répertoire $JENKINS_HOME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D444EB-B461-EBE7-441E-B48E0399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- </a:t>
            </a:r>
            <a:r>
              <a:rPr lang="en-ZA" sz="2800" dirty="0" err="1">
                <a:latin typeface="Montserrat" pitchFamily="2" charset="0"/>
              </a:rPr>
              <a:t>Contenu</a:t>
            </a:r>
            <a:r>
              <a:rPr lang="en-ZA" sz="2800" dirty="0">
                <a:latin typeface="Montserrat" pitchFamily="2" charset="0"/>
              </a:rPr>
              <a:t> principal à </a:t>
            </a:r>
            <a:r>
              <a:rPr lang="en-ZA" sz="2800" dirty="0" err="1">
                <a:latin typeface="Montserrat" pitchFamily="2" charset="0"/>
              </a:rPr>
              <a:t>sauvegarder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sz="2800" dirty="0">
                <a:latin typeface="Montserrat" pitchFamily="2" charset="0"/>
              </a:rPr>
              <a:t>  - `config.xml` → configuration </a:t>
            </a:r>
            <a:r>
              <a:rPr lang="en-ZA" sz="2800" dirty="0" err="1">
                <a:latin typeface="Montserrat" pitchFamily="2" charset="0"/>
              </a:rPr>
              <a:t>globale</a:t>
            </a:r>
            <a:r>
              <a:rPr lang="en-ZA" sz="2800" dirty="0">
                <a:latin typeface="Montserrat" pitchFamily="2" charset="0"/>
              </a:rPr>
              <a:t> Jenkins</a:t>
            </a:r>
          </a:p>
          <a:p>
            <a:r>
              <a:rPr lang="en-ZA" sz="2800" dirty="0">
                <a:latin typeface="Montserrat" pitchFamily="2" charset="0"/>
              </a:rPr>
              <a:t>  - `jobs/` → configuration et </a:t>
            </a:r>
            <a:r>
              <a:rPr lang="en-ZA" sz="2800" dirty="0" err="1">
                <a:latin typeface="Montserrat" pitchFamily="2" charset="0"/>
              </a:rPr>
              <a:t>historique</a:t>
            </a:r>
            <a:r>
              <a:rPr lang="en-ZA" sz="2800" dirty="0">
                <a:latin typeface="Montserrat" pitchFamily="2" charset="0"/>
              </a:rPr>
              <a:t> des jobs</a:t>
            </a:r>
          </a:p>
          <a:p>
            <a:r>
              <a:rPr lang="en-ZA" sz="2800" dirty="0">
                <a:latin typeface="Montserrat" pitchFamily="2" charset="0"/>
              </a:rPr>
              <a:t>  - `plugins/` → plugins </a:t>
            </a:r>
            <a:r>
              <a:rPr lang="en-ZA" sz="2800" dirty="0" err="1">
                <a:latin typeface="Montserrat" pitchFamily="2" charset="0"/>
              </a:rPr>
              <a:t>installés</a:t>
            </a:r>
            <a:endParaRPr lang="en-ZA" sz="2800" dirty="0">
              <a:latin typeface="Montserrat" pitchFamily="2" charset="0"/>
            </a:endParaRPr>
          </a:p>
          <a:p>
            <a:r>
              <a:rPr lang="en-ZA" sz="2800" dirty="0">
                <a:latin typeface="Montserrat" pitchFamily="2" charset="0"/>
              </a:rPr>
              <a:t>  - `users/` → </a:t>
            </a:r>
            <a:r>
              <a:rPr lang="en-ZA" sz="2800" dirty="0" err="1">
                <a:latin typeface="Montserrat" pitchFamily="2" charset="0"/>
              </a:rPr>
              <a:t>utilisateurs</a:t>
            </a:r>
            <a:r>
              <a:rPr lang="en-ZA" sz="2800" dirty="0">
                <a:latin typeface="Montserrat" pitchFamily="2" charset="0"/>
              </a:rPr>
              <a:t> et permissions</a:t>
            </a:r>
          </a:p>
          <a:p>
            <a:r>
              <a:rPr lang="en-ZA" sz="2800" dirty="0">
                <a:latin typeface="Montserrat" pitchFamily="2" charset="0"/>
              </a:rPr>
              <a:t>  - `secrets/credentials.xml` → secrets et tokens</a:t>
            </a:r>
          </a:p>
          <a:p>
            <a:r>
              <a:rPr lang="en-ZA" sz="2800" dirty="0">
                <a:latin typeface="Montserrat" pitchFamily="2" charset="0"/>
              </a:rPr>
              <a:t>  - `workspace/` → </a:t>
            </a:r>
            <a:r>
              <a:rPr lang="en-ZA" sz="2800" dirty="0" err="1">
                <a:latin typeface="Montserrat" pitchFamily="2" charset="0"/>
              </a:rPr>
              <a:t>fichiers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temporaires</a:t>
            </a:r>
            <a:r>
              <a:rPr lang="en-ZA" sz="2800" dirty="0">
                <a:latin typeface="Montserrat" pitchFamily="2" charset="0"/>
              </a:rPr>
              <a:t> des jobs</a:t>
            </a:r>
          </a:p>
          <a:p>
            <a:r>
              <a:rPr lang="en-ZA" sz="2800" dirty="0">
                <a:latin typeface="Montserrat" pitchFamily="2" charset="0"/>
              </a:rPr>
              <a:t>- Tout `$JENKINS_HOME` </a:t>
            </a:r>
            <a:r>
              <a:rPr lang="en-ZA" sz="2800" dirty="0" err="1">
                <a:latin typeface="Montserrat" pitchFamily="2" charset="0"/>
              </a:rPr>
              <a:t>peut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être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restauré</a:t>
            </a:r>
            <a:r>
              <a:rPr lang="en-ZA" sz="2800" dirty="0">
                <a:latin typeface="Montserrat" pitchFamily="2" charset="0"/>
              </a:rPr>
              <a:t> pour </a:t>
            </a:r>
            <a:r>
              <a:rPr lang="en-ZA" sz="2800" dirty="0" err="1">
                <a:latin typeface="Montserrat" pitchFamily="2" charset="0"/>
              </a:rPr>
              <a:t>remettre</a:t>
            </a:r>
            <a:r>
              <a:rPr lang="en-ZA" sz="2800" dirty="0">
                <a:latin typeface="Montserrat" pitchFamily="2" charset="0"/>
              </a:rPr>
              <a:t> Jenkins </a:t>
            </a:r>
            <a:r>
              <a:rPr lang="en-ZA" sz="2800" dirty="0" err="1">
                <a:latin typeface="Montserrat" pitchFamily="2" charset="0"/>
              </a:rPr>
              <a:t>en</a:t>
            </a:r>
            <a:r>
              <a:rPr lang="en-ZA" sz="2800" dirty="0">
                <a:latin typeface="Montserrat" pitchFamily="2" charset="0"/>
              </a:rPr>
              <a:t> état</a:t>
            </a:r>
          </a:p>
          <a:p>
            <a:endParaRPr lang="en-ZA" sz="28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79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B8C1A7-B30B-D4E3-53CD-1863545F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Choix de la stratégie de sauvegarde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AE8254-036F-7B5D-8B4D-575A594B5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800" dirty="0">
                <a:latin typeface="Montserrat" pitchFamily="2" charset="0"/>
              </a:rPr>
              <a:t>- Backup </a:t>
            </a:r>
            <a:r>
              <a:rPr lang="en-ZA" sz="2800" dirty="0" err="1">
                <a:latin typeface="Montserrat" pitchFamily="2" charset="0"/>
              </a:rPr>
              <a:t>manuel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sz="2800" dirty="0">
                <a:latin typeface="Montserrat" pitchFamily="2" charset="0"/>
              </a:rPr>
              <a:t>  - </a:t>
            </a:r>
            <a:r>
              <a:rPr lang="en-ZA" sz="2800" dirty="0" err="1">
                <a:latin typeface="Montserrat" pitchFamily="2" charset="0"/>
              </a:rPr>
              <a:t>Copie</a:t>
            </a:r>
            <a:r>
              <a:rPr lang="en-ZA" sz="2800" dirty="0">
                <a:latin typeface="Montserrat" pitchFamily="2" charset="0"/>
              </a:rPr>
              <a:t> simple du </a:t>
            </a:r>
            <a:r>
              <a:rPr lang="en-ZA" sz="2800" dirty="0" err="1">
                <a:latin typeface="Montserrat" pitchFamily="2" charset="0"/>
              </a:rPr>
              <a:t>répertoire</a:t>
            </a:r>
            <a:r>
              <a:rPr lang="en-ZA" sz="2800" dirty="0">
                <a:latin typeface="Montserrat" pitchFamily="2" charset="0"/>
              </a:rPr>
              <a:t> `$JENKINS_HOME`</a:t>
            </a:r>
          </a:p>
          <a:p>
            <a:r>
              <a:rPr lang="en-ZA" sz="2800" dirty="0">
                <a:latin typeface="Montserrat" pitchFamily="2" charset="0"/>
              </a:rPr>
              <a:t>- Plugin </a:t>
            </a:r>
            <a:r>
              <a:rPr lang="en-ZA" sz="2800" dirty="0" err="1">
                <a:latin typeface="Montserrat" pitchFamily="2" charset="0"/>
              </a:rPr>
              <a:t>ThinBackup</a:t>
            </a:r>
            <a:r>
              <a:rPr lang="en-ZA" sz="2800" dirty="0">
                <a:latin typeface="Montserrat" pitchFamily="2" charset="0"/>
              </a:rPr>
              <a:t> :</a:t>
            </a:r>
          </a:p>
          <a:p>
            <a:r>
              <a:rPr lang="en-ZA" sz="2800" dirty="0">
                <a:latin typeface="Montserrat" pitchFamily="2" charset="0"/>
              </a:rPr>
              <a:t>  - </a:t>
            </a:r>
            <a:r>
              <a:rPr lang="en-ZA" sz="2800" dirty="0" err="1">
                <a:latin typeface="Montserrat" pitchFamily="2" charset="0"/>
              </a:rPr>
              <a:t>Sauvegarde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planifiée</a:t>
            </a:r>
            <a:r>
              <a:rPr lang="en-ZA" sz="2800" dirty="0">
                <a:latin typeface="Montserrat" pitchFamily="2" charset="0"/>
              </a:rPr>
              <a:t> avec compression</a:t>
            </a:r>
          </a:p>
          <a:p>
            <a:r>
              <a:rPr lang="en-ZA" sz="2800" dirty="0">
                <a:latin typeface="Montserrat" pitchFamily="2" charset="0"/>
              </a:rPr>
              <a:t>  - Option : </a:t>
            </a:r>
            <a:r>
              <a:rPr lang="en-ZA" sz="2800" dirty="0" err="1">
                <a:latin typeface="Montserrat" pitchFamily="2" charset="0"/>
              </a:rPr>
              <a:t>inclure</a:t>
            </a:r>
            <a:r>
              <a:rPr lang="en-ZA" sz="2800" dirty="0">
                <a:latin typeface="Montserrat" pitchFamily="2" charset="0"/>
              </a:rPr>
              <a:t>/</a:t>
            </a:r>
            <a:r>
              <a:rPr lang="en-ZA" sz="2800" dirty="0" err="1">
                <a:latin typeface="Montserrat" pitchFamily="2" charset="0"/>
              </a:rPr>
              <a:t>exclure</a:t>
            </a:r>
            <a:r>
              <a:rPr lang="en-ZA" sz="2800" dirty="0">
                <a:latin typeface="Montserrat" pitchFamily="2" charset="0"/>
              </a:rPr>
              <a:t> workspaces</a:t>
            </a:r>
          </a:p>
          <a:p>
            <a:r>
              <a:rPr lang="en-ZA" sz="2800" dirty="0">
                <a:latin typeface="Montserrat" pitchFamily="2" charset="0"/>
              </a:rPr>
              <a:t>- Script Cron :</a:t>
            </a:r>
          </a:p>
          <a:p>
            <a:r>
              <a:rPr lang="en-ZA" sz="2800" dirty="0">
                <a:latin typeface="Montserrat" pitchFamily="2" charset="0"/>
              </a:rPr>
              <a:t>  - </a:t>
            </a:r>
            <a:r>
              <a:rPr lang="en-ZA" sz="2800" dirty="0" err="1">
                <a:latin typeface="Montserrat" pitchFamily="2" charset="0"/>
              </a:rPr>
              <a:t>Automatisation</a:t>
            </a:r>
            <a:r>
              <a:rPr lang="en-ZA" sz="2800" dirty="0">
                <a:latin typeface="Montserrat" pitchFamily="2" charset="0"/>
              </a:rPr>
              <a:t> via script shell</a:t>
            </a:r>
          </a:p>
          <a:p>
            <a:r>
              <a:rPr lang="en-ZA" sz="2800" dirty="0">
                <a:latin typeface="Montserrat" pitchFamily="2" charset="0"/>
              </a:rPr>
              <a:t>  - </a:t>
            </a:r>
            <a:r>
              <a:rPr lang="en-ZA" sz="2800" dirty="0" err="1">
                <a:latin typeface="Montserrat" pitchFamily="2" charset="0"/>
              </a:rPr>
              <a:t>Exécution</a:t>
            </a:r>
            <a:r>
              <a:rPr lang="en-ZA" sz="2800" dirty="0">
                <a:latin typeface="Montserrat" pitchFamily="2" charset="0"/>
              </a:rPr>
              <a:t> </a:t>
            </a:r>
            <a:r>
              <a:rPr lang="en-ZA" sz="2800" dirty="0" err="1">
                <a:latin typeface="Montserrat" pitchFamily="2" charset="0"/>
              </a:rPr>
              <a:t>régulière</a:t>
            </a:r>
            <a:r>
              <a:rPr lang="en-ZA" sz="2800" dirty="0">
                <a:latin typeface="Montserrat" pitchFamily="2" charset="0"/>
              </a:rPr>
              <a:t> et rotation des backups</a:t>
            </a:r>
          </a:p>
        </p:txBody>
      </p:sp>
    </p:spTree>
    <p:extLst>
      <p:ext uri="{BB962C8B-B14F-4D97-AF65-F5344CB8AC3E}">
        <p14:creationId xmlns:p14="http://schemas.microsoft.com/office/powerpoint/2010/main" val="7963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21AF19-C764-0A94-9E71-82AF3063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script de sauvegarde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C17886-3980-CCD0-5F86-27C58D6FD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sz="2000" b="1" dirty="0">
                <a:latin typeface="Montserrat" pitchFamily="2" charset="0"/>
              </a:rPr>
              <a:t>#!/bin/bash</a:t>
            </a:r>
          </a:p>
          <a:p>
            <a:r>
              <a:rPr lang="en-ZA" sz="2000" b="1" dirty="0">
                <a:latin typeface="Montserrat" pitchFamily="2" charset="0"/>
              </a:rPr>
              <a:t>BACKUP_DIR=/backup/</a:t>
            </a:r>
            <a:r>
              <a:rPr lang="en-ZA" sz="2000" b="1" dirty="0" err="1">
                <a:latin typeface="Montserrat" pitchFamily="2" charset="0"/>
              </a:rPr>
              <a:t>jenkins</a:t>
            </a:r>
            <a:endParaRPr lang="en-ZA" sz="2000" b="1" dirty="0">
              <a:latin typeface="Montserrat" pitchFamily="2" charset="0"/>
            </a:endParaRPr>
          </a:p>
          <a:p>
            <a:r>
              <a:rPr lang="en-ZA" sz="2000" b="1" dirty="0">
                <a:latin typeface="Montserrat" pitchFamily="2" charset="0"/>
              </a:rPr>
              <a:t>TIMESTAMP=$(date +%F_%H-%M-%S)</a:t>
            </a:r>
          </a:p>
          <a:p>
            <a:r>
              <a:rPr lang="en-ZA" sz="2000" b="1" dirty="0">
                <a:latin typeface="Montserrat" pitchFamily="2" charset="0"/>
              </a:rPr>
              <a:t>tar -</a:t>
            </a:r>
            <a:r>
              <a:rPr lang="en-ZA" sz="2000" b="1" dirty="0" err="1">
                <a:latin typeface="Montserrat" pitchFamily="2" charset="0"/>
              </a:rPr>
              <a:t>czf</a:t>
            </a:r>
            <a:r>
              <a:rPr lang="en-ZA" sz="2000" b="1" dirty="0">
                <a:latin typeface="Montserrat" pitchFamily="2" charset="0"/>
              </a:rPr>
              <a:t> $BACKUP_DIR/jenkins_$TIMESTAMP.tar.gz /var/lib/</a:t>
            </a:r>
            <a:r>
              <a:rPr lang="en-ZA" sz="2000" b="1" dirty="0" err="1">
                <a:latin typeface="Montserrat" pitchFamily="2" charset="0"/>
              </a:rPr>
              <a:t>jenkins</a:t>
            </a:r>
            <a:endParaRPr lang="en-ZA" sz="2000" b="1" dirty="0">
              <a:latin typeface="Montserrat" pitchFamily="2" charset="0"/>
            </a:endParaRPr>
          </a:p>
          <a:p>
            <a:r>
              <a:rPr lang="en-ZA" sz="2000" b="1" dirty="0">
                <a:latin typeface="Montserrat" pitchFamily="2" charset="0"/>
              </a:rPr>
              <a:t>find $BACKUP_DIR -type f -</a:t>
            </a:r>
            <a:r>
              <a:rPr lang="en-ZA" sz="2000" b="1" dirty="0" err="1">
                <a:latin typeface="Montserrat" pitchFamily="2" charset="0"/>
              </a:rPr>
              <a:t>mtime</a:t>
            </a:r>
            <a:r>
              <a:rPr lang="en-ZA" sz="2000" b="1" dirty="0">
                <a:latin typeface="Montserrat" pitchFamily="2" charset="0"/>
              </a:rPr>
              <a:t> +30 -delete  </a:t>
            </a:r>
          </a:p>
          <a:p>
            <a:r>
              <a:rPr lang="en-ZA" sz="2000" b="1" dirty="0">
                <a:latin typeface="Montserrat" pitchFamily="2" charset="0"/>
              </a:rPr>
              <a:t># </a:t>
            </a:r>
            <a:r>
              <a:rPr lang="en-ZA" sz="2000" b="1" dirty="0" err="1">
                <a:latin typeface="Montserrat" pitchFamily="2" charset="0"/>
              </a:rPr>
              <a:t>Supprime</a:t>
            </a:r>
            <a:r>
              <a:rPr lang="en-ZA" sz="2000" b="1" dirty="0">
                <a:latin typeface="Montserrat" pitchFamily="2" charset="0"/>
              </a:rPr>
              <a:t> backups &gt; 30 </a:t>
            </a:r>
            <a:r>
              <a:rPr lang="en-ZA" sz="2000" b="1" dirty="0" err="1">
                <a:latin typeface="Montserrat" pitchFamily="2" charset="0"/>
              </a:rPr>
              <a:t>jours</a:t>
            </a:r>
            <a:endParaRPr lang="en-ZA" sz="2000" b="1" dirty="0">
              <a:latin typeface="Montserrat" pitchFamily="2" charset="0"/>
            </a:endParaRPr>
          </a:p>
          <a:p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</a:t>
            </a:r>
            <a:r>
              <a:rPr lang="en-ZA" sz="2400" dirty="0" err="1">
                <a:latin typeface="Montserrat" pitchFamily="2" charset="0"/>
              </a:rPr>
              <a:t>Avantages</a:t>
            </a:r>
            <a:r>
              <a:rPr lang="en-ZA" sz="2400" dirty="0">
                <a:latin typeface="Montserrat" pitchFamily="2" charset="0"/>
              </a:rPr>
              <a:t> : simple, </a:t>
            </a:r>
            <a:r>
              <a:rPr lang="en-ZA" sz="2400" dirty="0" err="1">
                <a:latin typeface="Montserrat" pitchFamily="2" charset="0"/>
              </a:rPr>
              <a:t>personnalisable</a:t>
            </a:r>
            <a:r>
              <a:rPr lang="en-ZA" sz="2400" dirty="0">
                <a:latin typeface="Montserrat" pitchFamily="2" charset="0"/>
              </a:rPr>
              <a:t>, </a:t>
            </a:r>
            <a:r>
              <a:rPr lang="en-ZA" sz="2400" dirty="0" err="1">
                <a:latin typeface="Montserrat" pitchFamily="2" charset="0"/>
              </a:rPr>
              <a:t>automatique</a:t>
            </a:r>
            <a:endParaRPr lang="en-ZA" sz="2400" dirty="0">
              <a:latin typeface="Montserrat" pitchFamily="2" charset="0"/>
            </a:endParaRPr>
          </a:p>
          <a:p>
            <a:r>
              <a:rPr lang="en-ZA" sz="2400" dirty="0">
                <a:latin typeface="Montserrat" pitchFamily="2" charset="0"/>
              </a:rPr>
              <a:t>- </a:t>
            </a:r>
            <a:r>
              <a:rPr lang="en-ZA" sz="2400" dirty="0" err="1">
                <a:latin typeface="Montserrat" pitchFamily="2" charset="0"/>
              </a:rPr>
              <a:t>Peut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être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exécuté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depuis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cron</a:t>
            </a:r>
            <a:r>
              <a:rPr lang="en-ZA" sz="2400" dirty="0">
                <a:latin typeface="Montserrat" pitchFamily="2" charset="0"/>
              </a:rPr>
              <a:t> </a:t>
            </a:r>
            <a:r>
              <a:rPr lang="en-ZA" sz="2400" dirty="0" err="1">
                <a:latin typeface="Montserrat" pitchFamily="2" charset="0"/>
              </a:rPr>
              <a:t>toutes</a:t>
            </a:r>
            <a:r>
              <a:rPr lang="en-ZA" sz="2400" dirty="0">
                <a:latin typeface="Montserrat" pitchFamily="2" charset="0"/>
              </a:rPr>
              <a:t> les </a:t>
            </a:r>
            <a:r>
              <a:rPr lang="en-ZA" sz="2400" dirty="0" err="1">
                <a:latin typeface="Montserrat" pitchFamily="2" charset="0"/>
              </a:rPr>
              <a:t>nuits</a:t>
            </a:r>
            <a:endParaRPr lang="en-ZA" sz="2400" dirty="0">
              <a:latin typeface="Montserrat" pitchFamily="2" charset="0"/>
            </a:endParaRPr>
          </a:p>
          <a:p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00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6B2EA-3C3F-88EB-8981-1A3AD35D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 du plan de reprise d’activité (PRA)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772BC-C159-4F46-EA9D-8FE992E17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>
                <a:latin typeface="Montserrat" pitchFamily="2" charset="0"/>
              </a:rPr>
              <a:t>- Identifier éléments critiques à restaurer :</a:t>
            </a:r>
          </a:p>
          <a:p>
            <a:r>
              <a:rPr lang="fr-FR" sz="2400" dirty="0">
                <a:latin typeface="Montserrat" pitchFamily="2" charset="0"/>
              </a:rPr>
              <a:t>  - Jobs</a:t>
            </a:r>
          </a:p>
          <a:p>
            <a:r>
              <a:rPr lang="fr-FR" sz="2400" dirty="0">
                <a:latin typeface="Montserrat" pitchFamily="2" charset="0"/>
              </a:rPr>
              <a:t>  - </a:t>
            </a:r>
            <a:r>
              <a:rPr lang="fr-FR" sz="2400" dirty="0" err="1">
                <a:latin typeface="Montserrat" pitchFamily="2" charset="0"/>
              </a:rPr>
              <a:t>Credentials</a:t>
            </a:r>
            <a:endParaRPr lang="fr-FR" sz="2400" dirty="0">
              <a:latin typeface="Montserrat" pitchFamily="2" charset="0"/>
            </a:endParaRPr>
          </a:p>
          <a:p>
            <a:r>
              <a:rPr lang="fr-FR" sz="2400" dirty="0">
                <a:latin typeface="Montserrat" pitchFamily="2" charset="0"/>
              </a:rPr>
              <a:t>  - Plugins</a:t>
            </a:r>
          </a:p>
          <a:p>
            <a:r>
              <a:rPr lang="fr-FR" sz="2400" dirty="0">
                <a:latin typeface="Montserrat" pitchFamily="2" charset="0"/>
              </a:rPr>
              <a:t>  - Configurations globales</a:t>
            </a:r>
          </a:p>
          <a:p>
            <a:r>
              <a:rPr lang="fr-FR" sz="2400" dirty="0">
                <a:latin typeface="Montserrat" pitchFamily="2" charset="0"/>
              </a:rPr>
              <a:t>- Déterminer priorités de restauration</a:t>
            </a:r>
          </a:p>
          <a:p>
            <a:r>
              <a:rPr lang="fr-FR" sz="2400" dirty="0">
                <a:latin typeface="Montserrat" pitchFamily="2" charset="0"/>
              </a:rPr>
              <a:t>- Définir procédure claire :</a:t>
            </a:r>
          </a:p>
          <a:p>
            <a:r>
              <a:rPr lang="fr-FR" sz="2400" dirty="0">
                <a:latin typeface="Montserrat" pitchFamily="2" charset="0"/>
              </a:rPr>
              <a:t>  1. Restaurer `$JENKINS_HOME`</a:t>
            </a:r>
          </a:p>
          <a:p>
            <a:r>
              <a:rPr lang="fr-FR" sz="2400" dirty="0">
                <a:latin typeface="Montserrat" pitchFamily="2" charset="0"/>
              </a:rPr>
              <a:t>  2. Redémarrer Jenkins</a:t>
            </a:r>
          </a:p>
          <a:p>
            <a:r>
              <a:rPr lang="fr-FR" sz="2400" dirty="0">
                <a:latin typeface="Montserrat" pitchFamily="2" charset="0"/>
              </a:rPr>
              <a:t>  3. Vérifier jobs et plugins</a:t>
            </a:r>
          </a:p>
          <a:p>
            <a:r>
              <a:rPr lang="fr-FR" sz="2400" dirty="0">
                <a:latin typeface="Montserrat" pitchFamily="2" charset="0"/>
              </a:rPr>
              <a:t>  4. Tester pipeline critique</a:t>
            </a:r>
          </a:p>
          <a:p>
            <a:endParaRPr lang="en-ZA" sz="2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02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7362A9-BA16-E2A3-6B14-6800E0641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Bonnes pratiques de </a:t>
            </a:r>
            <a:r>
              <a:rPr lang="en-ZA" dirty="0" err="1"/>
              <a:t>sauvegarde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C0B250-8648-6AF9-833D-418512DB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- Sauvegarder régulièrement (quotidien / hebdomadaire selon usage)</a:t>
            </a:r>
          </a:p>
          <a:p>
            <a:r>
              <a:rPr lang="fr-FR" dirty="0">
                <a:latin typeface="Montserrat" pitchFamily="2" charset="0"/>
              </a:rPr>
              <a:t>- Conserver plusieurs versions</a:t>
            </a:r>
          </a:p>
          <a:p>
            <a:r>
              <a:rPr lang="fr-FR" dirty="0">
                <a:latin typeface="Montserrat" pitchFamily="2" charset="0"/>
              </a:rPr>
              <a:t>- Tester régulièrement la restauration</a:t>
            </a:r>
          </a:p>
          <a:p>
            <a:r>
              <a:rPr lang="fr-FR" dirty="0">
                <a:latin typeface="Montserrat" pitchFamily="2" charset="0"/>
              </a:rPr>
              <a:t>- Stocker sauvegardes sur un serveur séparé ou cloud</a:t>
            </a:r>
          </a:p>
          <a:p>
            <a:r>
              <a:rPr lang="fr-FR" dirty="0">
                <a:latin typeface="Montserrat" pitchFamily="2" charset="0"/>
              </a:rPr>
              <a:t>- Chiffrer les backups pour sécuriser </a:t>
            </a:r>
            <a:r>
              <a:rPr lang="fr-FR" dirty="0" err="1">
                <a:latin typeface="Montserrat" pitchFamily="2" charset="0"/>
              </a:rPr>
              <a:t>credentials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3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fr-FR">
                <a:solidFill>
                  <a:srgbClr val="FF7900"/>
                </a:solidFill>
              </a:rPr>
              <a:t>Administration Jenkins</a:t>
            </a:r>
          </a:p>
          <a:p>
            <a:r>
              <a:rPr lang="fr-FR">
                <a:solidFill>
                  <a:srgbClr val="000000"/>
                </a:solidFill>
              </a:rPr>
              <a:t>Sécurité, monitoring, agents, sauvegarde</a:t>
            </a:r>
          </a:p>
        </p:txBody>
      </p:sp>
      <p:sp>
        <p:nvSpPr>
          <p:cNvPr id="3" name="Oval 2"/>
          <p:cNvSpPr/>
          <p:nvPr/>
        </p:nvSpPr>
        <p:spPr>
          <a:xfrm>
            <a:off x="1001554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aptop-security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34" y="1546861"/>
            <a:ext cx="457200" cy="457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7206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7206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Sécurité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Activation de la sécurité, gestion des utilisateurs et des rôles.</a:t>
            </a:r>
          </a:p>
        </p:txBody>
      </p:sp>
      <p:sp>
        <p:nvSpPr>
          <p:cNvPr id="7" name="Oval 6"/>
          <p:cNvSpPr/>
          <p:nvPr/>
        </p:nvSpPr>
        <p:spPr>
          <a:xfrm>
            <a:off x="3107532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ot-smart-air-quality-monitoring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412" y="1546861"/>
            <a:ext cx="457200" cy="457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03183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3183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Monitoring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Surveillance de la charge CPU, espace disque, logs.</a:t>
            </a:r>
          </a:p>
        </p:txBody>
      </p:sp>
      <p:sp>
        <p:nvSpPr>
          <p:cNvPr id="11" name="Oval 10"/>
          <p:cNvSpPr/>
          <p:nvPr/>
        </p:nvSpPr>
        <p:spPr>
          <a:xfrm>
            <a:off x="5213509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esolution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389" y="1546861"/>
            <a:ext cx="457200" cy="457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709161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1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Agents et cluster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Installation et gestion des agents, dimensionnement du cluster.</a:t>
            </a:r>
          </a:p>
        </p:txBody>
      </p:sp>
      <p:sp>
        <p:nvSpPr>
          <p:cNvPr id="15" name="Oval 14"/>
          <p:cNvSpPr/>
          <p:nvPr/>
        </p:nvSpPr>
        <p:spPr>
          <a:xfrm>
            <a:off x="7319487" y="1363981"/>
            <a:ext cx="822960" cy="822960"/>
          </a:xfrm>
          <a:prstGeom prst="ellipse">
            <a:avLst/>
          </a:prstGeom>
          <a:solidFill>
            <a:srgbClr val="FF7900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ackup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367" y="1546861"/>
            <a:ext cx="457200" cy="457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815138" y="2339341"/>
            <a:ext cx="1831657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5138" y="2491741"/>
            <a:ext cx="183165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000000"/>
                </a:solidFill>
              </a:defRPr>
            </a:pPr>
            <a:r>
              <a:rPr lang="fr-FR"/>
              <a:t>Sauvegarde</a:t>
            </a:r>
          </a:p>
          <a:p>
            <a:pPr algn="l">
              <a:defRPr sz="1100" b="0">
                <a:solidFill>
                  <a:srgbClr val="000000"/>
                </a:solidFill>
                <a:latin typeface="Helvetica Neue"/>
              </a:defRPr>
            </a:pPr>
            <a:r>
              <a:rPr lang="fr-FR"/>
              <a:t>Stratégie de sauvegarde, plan de reprise d’activité, gestion du répertoire $JENKINS_HOME.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F0C6-DFE7-D6AC-EE06-6AAD8BE4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DE3534-DA05-C1DF-500F-AC7803FEE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2283718"/>
            <a:ext cx="8516475" cy="428299"/>
          </a:xfrm>
        </p:spPr>
        <p:txBody>
          <a:bodyPr/>
          <a:lstStyle/>
          <a:p>
            <a:r>
              <a:rPr lang="en-ZA" dirty="0">
                <a:hlinkClick r:id="rId2"/>
              </a:rPr>
              <a:t>Atelier pratique (tp-mod9)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6541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F6B11-1F9E-2D1D-B657-6ABC3888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</p:spPr>
        <p:txBody>
          <a:bodyPr anchor="t">
            <a:normAutofit/>
          </a:bodyPr>
          <a:lstStyle/>
          <a:p>
            <a:r>
              <a:rPr lang="en-ZA" dirty="0"/>
              <a:t>Résumé du module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D9026B34-8510-952C-21EA-4AB53A5EBE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217231"/>
              </p:ext>
            </p:extLst>
          </p:nvPr>
        </p:nvGraphicFramePr>
        <p:xfrm>
          <a:off x="314326" y="1181101"/>
          <a:ext cx="8515350" cy="337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703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A711-D543-F3BB-7016-666127E0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AFA6D-C502-2D7C-6DA0-A3F57B06C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1779662"/>
            <a:ext cx="8516475" cy="428299"/>
          </a:xfrm>
        </p:spPr>
        <p:txBody>
          <a:bodyPr/>
          <a:lstStyle/>
          <a:p>
            <a:r>
              <a:rPr lang="en-ZA" dirty="0"/>
              <a:t>Aventure: Fil Rouge Project</a:t>
            </a:r>
          </a:p>
        </p:txBody>
      </p:sp>
    </p:spTree>
    <p:extLst>
      <p:ext uri="{BB962C8B-B14F-4D97-AF65-F5344CB8AC3E}">
        <p14:creationId xmlns:p14="http://schemas.microsoft.com/office/powerpoint/2010/main" val="57119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C619D-29E9-B15C-EB2B-173C06D7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1 – Début de l’aventure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7877BE-63D8-EA23-316E-04A98F9F9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 - Petite équipe, pipeline simple  </a:t>
            </a:r>
          </a:p>
          <a:p>
            <a:r>
              <a:rPr lang="fr-FR" dirty="0">
                <a:latin typeface="Montserrat" pitchFamily="2" charset="0"/>
              </a:rPr>
              <a:t> - Build Maven, tests unitaires, logs  </a:t>
            </a:r>
          </a:p>
          <a:p>
            <a:r>
              <a:rPr lang="fr-FR" dirty="0">
                <a:latin typeface="Montserrat" pitchFamily="2" charset="0"/>
              </a:rPr>
              <a:t> - Introduction aux </a:t>
            </a:r>
            <a:r>
              <a:rPr lang="fr-FR" dirty="0" err="1">
                <a:latin typeface="Montserrat" pitchFamily="2" charset="0"/>
              </a:rPr>
              <a:t>Jenkinsfile</a:t>
            </a:r>
            <a:r>
              <a:rPr lang="fr-FR" dirty="0">
                <a:latin typeface="Montserrat" pitchFamily="2" charset="0"/>
              </a:rPr>
              <a:t> et pipelines déclaratifs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4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21887E-006E-2E32-142F-0FA993D4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2 – Expansion de l’équipe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31111C-4A50-B499-5873-A5DD75369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Montserrat" pitchFamily="2" charset="0"/>
              </a:rPr>
              <a:t> - Plusieurs développeurs, branches </a:t>
            </a:r>
            <a:r>
              <a:rPr lang="fr-FR" dirty="0" err="1">
                <a:latin typeface="Montserrat" pitchFamily="2" charset="0"/>
              </a:rPr>
              <a:t>feature</a:t>
            </a:r>
            <a:r>
              <a:rPr lang="fr-FR" dirty="0">
                <a:latin typeface="Montserrat" pitchFamily="2" charset="0"/>
              </a:rPr>
              <a:t> multiples  </a:t>
            </a:r>
          </a:p>
          <a:p>
            <a:r>
              <a:rPr lang="fr-FR" dirty="0">
                <a:latin typeface="Montserrat" pitchFamily="2" charset="0"/>
              </a:rPr>
              <a:t> - Pipeline </a:t>
            </a:r>
            <a:r>
              <a:rPr lang="fr-FR" dirty="0" err="1">
                <a:latin typeface="Montserrat" pitchFamily="2" charset="0"/>
              </a:rPr>
              <a:t>multibranch</a:t>
            </a:r>
            <a:r>
              <a:rPr lang="fr-FR" dirty="0">
                <a:latin typeface="Montserrat" pitchFamily="2" charset="0"/>
              </a:rPr>
              <a:t>, paramètres avancés  </a:t>
            </a:r>
          </a:p>
          <a:p>
            <a:r>
              <a:rPr lang="fr-FR" dirty="0">
                <a:latin typeface="Montserrat" pitchFamily="2" charset="0"/>
              </a:rPr>
              <a:t> - Tests unitaires et analyse </a:t>
            </a:r>
            <a:r>
              <a:rPr lang="fr-FR" dirty="0" err="1">
                <a:latin typeface="Montserrat" pitchFamily="2" charset="0"/>
              </a:rPr>
              <a:t>SonarQube</a:t>
            </a:r>
            <a:r>
              <a:rPr lang="fr-FR" dirty="0">
                <a:latin typeface="Montserrat" pitchFamily="2" charset="0"/>
              </a:rPr>
              <a:t>, build Docker </a:t>
            </a:r>
            <a:endParaRPr lang="en-ZA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41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EA92C-783A-280A-9E18-B46941AB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3 – </a:t>
            </a:r>
            <a:r>
              <a:rPr lang="fr-FR" dirty="0" err="1"/>
              <a:t>GitFlow</a:t>
            </a:r>
            <a:r>
              <a:rPr lang="fr-FR" dirty="0"/>
              <a:t> et production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33FAFA-DACE-37EA-639C-4D46932C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>
                <a:latin typeface="Montserrat" pitchFamily="2" charset="0"/>
              </a:rPr>
              <a:t> - Workflow </a:t>
            </a:r>
            <a:r>
              <a:rPr lang="en-ZA" dirty="0" err="1">
                <a:latin typeface="Montserrat" pitchFamily="2" charset="0"/>
              </a:rPr>
              <a:t>complet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GitFlow</a:t>
            </a:r>
            <a:r>
              <a:rPr lang="en-ZA" dirty="0">
                <a:latin typeface="Montserrat" pitchFamily="2" charset="0"/>
              </a:rPr>
              <a:t> : feature → develop → release → main/hotfix  </a:t>
            </a:r>
          </a:p>
          <a:p>
            <a:r>
              <a:rPr lang="en-ZA" dirty="0">
                <a:latin typeface="Montserrat" pitchFamily="2" charset="0"/>
              </a:rPr>
              <a:t> - Merge Requests avec pipelines </a:t>
            </a:r>
            <a:r>
              <a:rPr lang="en-ZA" dirty="0" err="1">
                <a:latin typeface="Montserrat" pitchFamily="2" charset="0"/>
              </a:rPr>
              <a:t>éphémères</a:t>
            </a:r>
            <a:r>
              <a:rPr lang="en-ZA" dirty="0">
                <a:latin typeface="Montserrat" pitchFamily="2" charset="0"/>
              </a:rPr>
              <a:t>  </a:t>
            </a:r>
          </a:p>
          <a:p>
            <a:r>
              <a:rPr lang="en-ZA" dirty="0">
                <a:latin typeface="Montserrat" pitchFamily="2" charset="0"/>
              </a:rPr>
              <a:t> - </a:t>
            </a:r>
            <a:r>
              <a:rPr lang="en-ZA" dirty="0" err="1">
                <a:latin typeface="Montserrat" pitchFamily="2" charset="0"/>
              </a:rPr>
              <a:t>Déploiement</a:t>
            </a:r>
            <a:r>
              <a:rPr lang="en-ZA" dirty="0">
                <a:latin typeface="Montserrat" pitchFamily="2" charset="0"/>
              </a:rPr>
              <a:t> </a:t>
            </a:r>
            <a:r>
              <a:rPr lang="en-ZA" dirty="0" err="1">
                <a:latin typeface="Montserrat" pitchFamily="2" charset="0"/>
              </a:rPr>
              <a:t>automatisé</a:t>
            </a:r>
            <a:r>
              <a:rPr lang="en-ZA" dirty="0">
                <a:latin typeface="Montserrat" pitchFamily="2" charset="0"/>
              </a:rPr>
              <a:t> Docker et stockage des artefacts dans Nexus  </a:t>
            </a:r>
          </a:p>
          <a:p>
            <a:r>
              <a:rPr lang="en-ZA" dirty="0">
                <a:latin typeface="Montserrat" pitchFamily="2" charset="0"/>
              </a:rPr>
              <a:t>   - Analyse de code SonarQube et notifications </a:t>
            </a:r>
          </a:p>
        </p:txBody>
      </p:sp>
    </p:spTree>
    <p:extLst>
      <p:ext uri="{BB962C8B-B14F-4D97-AF65-F5344CB8AC3E}">
        <p14:creationId xmlns:p14="http://schemas.microsoft.com/office/powerpoint/2010/main" val="170308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31DA6C-0E3C-9D83-FCE6-DDAB6BA2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Étape 4 – Administration Jenkins </a:t>
            </a:r>
            <a:endParaRPr lang="en-Z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9D5168-D81F-4873-B5F9-AB5FD1D9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dirty="0">
                <a:latin typeface="Montserrat" pitchFamily="2" charset="0"/>
              </a:rPr>
              <a:t>Actions clés intégrées au projet</a:t>
            </a:r>
          </a:p>
          <a:p>
            <a:r>
              <a:rPr lang="fr-FR" sz="2000" dirty="0">
                <a:latin typeface="Montserrat" pitchFamily="2" charset="0"/>
              </a:rPr>
              <a:t>- Agents distants : installation et configuration pour exécuter les </a:t>
            </a:r>
            <a:r>
              <a:rPr lang="fr-FR" sz="2000" dirty="0" err="1">
                <a:latin typeface="Montserrat" pitchFamily="2" charset="0"/>
              </a:rPr>
              <a:t>builds</a:t>
            </a:r>
            <a:r>
              <a:rPr lang="fr-FR" sz="2000" dirty="0">
                <a:latin typeface="Montserrat" pitchFamily="2" charset="0"/>
              </a:rPr>
              <a:t> </a:t>
            </a:r>
            <a:r>
              <a:rPr lang="fr-FR" sz="2000" dirty="0" err="1">
                <a:latin typeface="Montserrat" pitchFamily="2" charset="0"/>
              </a:rPr>
              <a:t>multibranch</a:t>
            </a:r>
            <a:r>
              <a:rPr lang="fr-FR" sz="2000" dirty="0">
                <a:latin typeface="Montserrat" pitchFamily="2" charset="0"/>
              </a:rPr>
              <a:t>  </a:t>
            </a:r>
          </a:p>
          <a:p>
            <a:r>
              <a:rPr lang="fr-FR" sz="2000" dirty="0">
                <a:latin typeface="Montserrat" pitchFamily="2" charset="0"/>
              </a:rPr>
              <a:t>- Dimensionnement : allocation CPU, RAM et espace disque par agent pour gérer la charge  </a:t>
            </a:r>
          </a:p>
          <a:p>
            <a:r>
              <a:rPr lang="fr-FR" sz="2000" dirty="0">
                <a:latin typeface="Montserrat" pitchFamily="2" charset="0"/>
              </a:rPr>
              <a:t>- Sécurité &amp; rôles : gestion des utilisateurs, permissions et accès aux pipelines  </a:t>
            </a:r>
          </a:p>
          <a:p>
            <a:r>
              <a:rPr lang="fr-FR" sz="2000" dirty="0">
                <a:latin typeface="Montserrat" pitchFamily="2" charset="0"/>
              </a:rPr>
              <a:t>- Backup &amp; Rollback RPA : sauvegarde régulière du `$JENKINS_HOME` et plan de reprise automatique  </a:t>
            </a:r>
          </a:p>
          <a:p>
            <a:r>
              <a:rPr lang="fr-FR" sz="2000" dirty="0">
                <a:latin typeface="Montserrat" pitchFamily="2" charset="0"/>
              </a:rPr>
              <a:t>- Monitoring &amp; points de stress : simulateurs d’erreurs pour observer l’impact sur les </a:t>
            </a:r>
            <a:r>
              <a:rPr lang="fr-FR" sz="2000" dirty="0" err="1">
                <a:latin typeface="Montserrat" pitchFamily="2" charset="0"/>
              </a:rPr>
              <a:t>builds</a:t>
            </a:r>
            <a:r>
              <a:rPr lang="fr-FR" sz="2000" dirty="0">
                <a:latin typeface="Montserrat" pitchFamily="2" charset="0"/>
              </a:rPr>
              <a:t> et notifications </a:t>
            </a:r>
            <a:endParaRPr lang="en-ZA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lang="fr-FR" sz="5500">
                <a:solidFill>
                  <a:srgbClr val="FF7900"/>
                </a:solidFill>
              </a:rPr>
              <a:t>Merci pour votre attention !</a:t>
            </a:r>
          </a:p>
          <a:p>
            <a:r>
              <a:rPr lang="fr-FR" sz="3200">
                <a:solidFill>
                  <a:srgbClr val="000000"/>
                </a:solidFill>
              </a:rPr>
              <a:t>Questions ?</a:t>
            </a:r>
          </a:p>
        </p:txBody>
      </p:sp>
      <p:pic>
        <p:nvPicPr>
          <p:cNvPr id="4" name="Picture 3" descr="speech-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963" y="905668"/>
            <a:ext cx="3024187" cy="30241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R Brest Practice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ange WHT Secondary">
    <a:dk1>
      <a:srgbClr val="000000"/>
    </a:dk1>
    <a:lt1>
      <a:srgbClr val="FFFFFF"/>
    </a:lt1>
    <a:dk2>
      <a:srgbClr val="8F8F8F"/>
    </a:dk2>
    <a:lt2>
      <a:srgbClr val="FF7900"/>
    </a:lt2>
    <a:accent1>
      <a:srgbClr val="FF7900"/>
    </a:accent1>
    <a:accent2>
      <a:srgbClr val="4BB4E6"/>
    </a:accent2>
    <a:accent3>
      <a:srgbClr val="50BE87"/>
    </a:accent3>
    <a:accent4>
      <a:srgbClr val="FFB4E6"/>
    </a:accent4>
    <a:accent5>
      <a:srgbClr val="A885D8"/>
    </a:accent5>
    <a:accent6>
      <a:srgbClr val="FFD200"/>
    </a:accent6>
    <a:hlink>
      <a:srgbClr val="FF7900"/>
    </a:hlink>
    <a:folHlink>
      <a:srgbClr val="FF7900"/>
    </a:folHlink>
  </a:clrScheme>
</a:themeOverrid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3576</TotalTime>
  <Words>5012</Words>
  <Application>Microsoft Office PowerPoint</Application>
  <PresentationFormat>Affichage à l'écran (16:9)</PresentationFormat>
  <Paragraphs>872</Paragraphs>
  <Slides>114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114</vt:i4>
      </vt:variant>
    </vt:vector>
  </HeadingPairs>
  <TitlesOfParts>
    <vt:vector size="124" baseType="lpstr">
      <vt:lpstr>Arial</vt:lpstr>
      <vt:lpstr>Calibri</vt:lpstr>
      <vt:lpstr>Helvetica 55 Roman</vt:lpstr>
      <vt:lpstr>Helvetica 75</vt:lpstr>
      <vt:lpstr>Helvetica 75 Bold</vt:lpstr>
      <vt:lpstr>Montserrat</vt:lpstr>
      <vt:lpstr>Montserrat Black</vt:lpstr>
      <vt:lpstr>Shantell Sans</vt:lpstr>
      <vt:lpstr>Wingdings</vt:lpstr>
      <vt:lpstr>OFR Brest Practice</vt:lpstr>
      <vt:lpstr>Formation Jenkins</vt:lpstr>
      <vt:lpstr>Sommaire</vt:lpstr>
      <vt:lpstr>Module1:   Pipelines : mise en place</vt:lpstr>
      <vt:lpstr>Introduction aux pipelines Pourquoi les pipelines Jenkins ?</vt:lpstr>
      <vt:lpstr>Présentation de l’approche</vt:lpstr>
      <vt:lpstr>Présentation PowerPoint</vt:lpstr>
      <vt:lpstr> Bénéfices des pipelines</vt:lpstr>
      <vt:lpstr>Présentation de Jenkins et des pipelines Approche, bénéfices, cas d’usage</vt:lpstr>
      <vt:lpstr>Cas d’usage</vt:lpstr>
      <vt:lpstr>Groovy et DSL Jenkins</vt:lpstr>
      <vt:lpstr>Les syntaxes : déclarative ou script</vt:lpstr>
      <vt:lpstr>Jenkinsfile : pipeline-as-code</vt:lpstr>
      <vt:lpstr> Sections et étapes d’un pipeline</vt:lpstr>
      <vt:lpstr>Exemple minimal : </vt:lpstr>
      <vt:lpstr>Le fichier Jenkinsfile : pipeline-as-code</vt:lpstr>
      <vt:lpstr>Créer et exécuter un pipeline déclaratif</vt:lpstr>
      <vt:lpstr>Visualisation des logs</vt:lpstr>
      <vt:lpstr>Modifier et rejouer un pipeline</vt:lpstr>
      <vt:lpstr>Gestion des chaînes de caractères (strings)</vt:lpstr>
      <vt:lpstr>Travaux pratiques : création de pipelines</vt:lpstr>
      <vt:lpstr>Atelier pratique (tp-mod1) </vt:lpstr>
      <vt:lpstr> Résumé du module</vt:lpstr>
      <vt:lpstr>Module 2:   Pipelines : configuration avancée</vt:lpstr>
      <vt:lpstr>Pourquoi aller plus loin avec les pipelines ?</vt:lpstr>
      <vt:lpstr>Plugins Jenkins</vt:lpstr>
      <vt:lpstr>Propriétés globales</vt:lpstr>
      <vt:lpstr>Paramètres de pipeline</vt:lpstr>
      <vt:lpstr>Variables d’environnement</vt:lpstr>
      <vt:lpstr>Artefacts et empreintes</vt:lpstr>
      <vt:lpstr>Credentials (Secrets)</vt:lpstr>
      <vt:lpstr>Relations entre jobs</vt:lpstr>
      <vt:lpstr>Gestion des erreurs</vt:lpstr>
      <vt:lpstr>Parallélisation des tâches</vt:lpstr>
      <vt:lpstr>Pipelines multi-configurés (Matrix)</vt:lpstr>
      <vt:lpstr>Exécution avec Docker</vt:lpstr>
      <vt:lpstr>Introduction aux Shared Libraries</vt:lpstr>
      <vt:lpstr>Atelier pratique (tp-mod2)</vt:lpstr>
      <vt:lpstr>Paramètres, variables d’environnement, artefacts, credentials Tableau récapitulatif</vt:lpstr>
      <vt:lpstr>Résumé du module </vt:lpstr>
      <vt:lpstr>Modules 3:   GitLab</vt:lpstr>
      <vt:lpstr>Gestion de branches avec GitLab : Introduction</vt:lpstr>
      <vt:lpstr>Stratégies adaptées aux pipelines</vt:lpstr>
      <vt:lpstr>Configuration Jenkins pour GitLab</vt:lpstr>
      <vt:lpstr>Multibranch Pipelines</vt:lpstr>
      <vt:lpstr>Différencier pipelines par type de branche</vt:lpstr>
      <vt:lpstr>Automatisation des validations et déploiements</vt:lpstr>
      <vt:lpstr>Automatisation du déploiement</vt:lpstr>
      <vt:lpstr>Atelier pratique (tp-mod3)</vt:lpstr>
      <vt:lpstr>Modules 4:  Tests</vt:lpstr>
      <vt:lpstr>Optimisation des temps d’exécution des tests</vt:lpstr>
      <vt:lpstr>Tests automatisés (unitaires, intégration, acceptance, performance)</vt:lpstr>
      <vt:lpstr>Automatisation des tests : Introduction</vt:lpstr>
      <vt:lpstr>Tests unitaires et d’intégration</vt:lpstr>
      <vt:lpstr>Tests d’acceptance et performance</vt:lpstr>
      <vt:lpstr>Optimisation des temps de test</vt:lpstr>
      <vt:lpstr>Atelier pratique (tp-mod4)</vt:lpstr>
      <vt:lpstr>Modules 5:  Déploiement</vt:lpstr>
      <vt:lpstr>Automatisation du déploiement : Introduction</vt:lpstr>
      <vt:lpstr>Script de déploiement</vt:lpstr>
      <vt:lpstr>Mise à jour des bases de données</vt:lpstr>
      <vt:lpstr>Tests minimaux avant déploiement</vt:lpstr>
      <vt:lpstr>Rollback en cas d’échec</vt:lpstr>
      <vt:lpstr>Gestion des branches avec GitLab</vt:lpstr>
      <vt:lpstr>Atelier pratique (tp-mod5)</vt:lpstr>
      <vt:lpstr>Résumé module GitLab / Tests / Déploiement</vt:lpstr>
      <vt:lpstr>Modules 6:   Mutualisation des pipelines</vt:lpstr>
      <vt:lpstr>Librairies partagées et mutualisation</vt:lpstr>
      <vt:lpstr>Pourquoi mutualiser les pipelines ? </vt:lpstr>
      <vt:lpstr>Les Shared Libraries</vt:lpstr>
      <vt:lpstr>Exemple de fonction réutilisable</vt:lpstr>
      <vt:lpstr>Structure et organisation</vt:lpstr>
      <vt:lpstr>Tests unitaires des librairies</vt:lpstr>
      <vt:lpstr> Déploiement d’une Shared Library</vt:lpstr>
      <vt:lpstr>Atelier pratique (tp-mod6)</vt:lpstr>
      <vt:lpstr> Résumé du module</vt:lpstr>
      <vt:lpstr>Modules 7:  Administration Jenkins</vt:lpstr>
      <vt:lpstr>Visualisation et gestion des logs</vt:lpstr>
      <vt:lpstr>Introduction à l’administration Jenkins</vt:lpstr>
      <vt:lpstr> Activation de la sécurité</vt:lpstr>
      <vt:lpstr>Types de bases utilisateurs</vt:lpstr>
      <vt:lpstr>Gestion des autorisations et des rôles</vt:lpstr>
      <vt:lpstr>Journalisation des actions utilisateur</vt:lpstr>
      <vt:lpstr>Gestion de l’espace disque</vt:lpstr>
      <vt:lpstr>Monitoring de la charge CPU</vt:lpstr>
      <vt:lpstr>Sauvegarde de la configuration</vt:lpstr>
      <vt:lpstr>Atelier pratique (tp-mod7)</vt:lpstr>
      <vt:lpstr>Résumé du module</vt:lpstr>
      <vt:lpstr>Modules 8:    Agents Jenkins</vt:lpstr>
      <vt:lpstr>Introduction aux agents Jenkins</vt:lpstr>
      <vt:lpstr>Types d’agents</vt:lpstr>
      <vt:lpstr>Pré-requis pour les agents</vt:lpstr>
      <vt:lpstr>Installation d’un agent via SSH</vt:lpstr>
      <vt:lpstr>Configuration de répartition des tâches</vt:lpstr>
      <vt:lpstr>Dimensionnement du cluster</vt:lpstr>
      <vt:lpstr>Espace disque partagé</vt:lpstr>
      <vt:lpstr>Bonnes pratiques</vt:lpstr>
      <vt:lpstr>Atelier pratique (tp-mod8)</vt:lpstr>
      <vt:lpstr>Résumé du module</vt:lpstr>
      <vt:lpstr>Module 9:   Stratégie de sauvegarde Jenkins</vt:lpstr>
      <vt:lpstr>Introduction</vt:lpstr>
      <vt:lpstr>Anatomie du répertoire $JENKINS_HOME</vt:lpstr>
      <vt:lpstr> Choix de la stratégie de sauvegarde</vt:lpstr>
      <vt:lpstr>Exemples de script de sauvegarde</vt:lpstr>
      <vt:lpstr>Définition du plan de reprise d’activité (PRA)</vt:lpstr>
      <vt:lpstr>Bonnes pratiques de sauvegarde</vt:lpstr>
      <vt:lpstr>Administration Jenkins Sécurité, monitoring, agents, sauvegarde</vt:lpstr>
      <vt:lpstr>Atelier pratique (tp-mod9)</vt:lpstr>
      <vt:lpstr>Résumé du module</vt:lpstr>
      <vt:lpstr>Aventure: Fil Rouge Project</vt:lpstr>
      <vt:lpstr>Étape 1 – Début de l’aventure</vt:lpstr>
      <vt:lpstr>Étape 2 – Expansion de l’équipe</vt:lpstr>
      <vt:lpstr>Étape 3 – GitFlow et production</vt:lpstr>
      <vt:lpstr>Étape 4 – Administration Jenkins </vt:lpstr>
      <vt:lpstr>Merci pour votre attention ! Questions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Jenkins à destination de GFP Tech</dc:title>
  <dc:subject/>
  <dc:creator/>
  <cp:keywords/>
  <dc:description>Originally generated by AI with Dinootoo PPTX Generator v0.5.3</dc:description>
  <cp:lastModifiedBy>BETTAIEB Mohamed Ali SOFRECOM</cp:lastModifiedBy>
  <cp:revision>125</cp:revision>
  <dcterms:created xsi:type="dcterms:W3CDTF">2025-11-19T19:14:12Z</dcterms:created>
  <dcterms:modified xsi:type="dcterms:W3CDTF">2026-09-17T09:55:00Z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818a6-e1a0-4a6e-a969-20d857c5dc62_Enabled">
    <vt:lpwstr>true</vt:lpwstr>
  </property>
  <property fmtid="{D5CDD505-2E9C-101B-9397-08002B2CF9AE}" pid="3" name="MSIP_Label_e6c818a6-e1a0-4a6e-a969-20d857c5dc62_SetDate">
    <vt:lpwstr>2021-11-03T15:11:58Z</vt:lpwstr>
  </property>
  <property fmtid="{D5CDD505-2E9C-101B-9397-08002B2CF9AE}" pid="4" name="MSIP_Label_e6c818a6-e1a0-4a6e-a969-20d857c5dc62_Method">
    <vt:lpwstr>Standard</vt:lpwstr>
  </property>
  <property fmtid="{D5CDD505-2E9C-101B-9397-08002B2CF9AE}" pid="5" name="MSIP_Label_e6c818a6-e1a0-4a6e-a969-20d857c5dc62_Name">
    <vt:lpwstr>Orange_restricted_internal.2</vt:lpwstr>
  </property>
  <property fmtid="{D5CDD505-2E9C-101B-9397-08002B2CF9AE}" pid="6" name="MSIP_Label_e6c818a6-e1a0-4a6e-a969-20d857c5dc62_SiteId">
    <vt:lpwstr>90c7a20a-f34b-40bf-bc48-b9253b6f5d20</vt:lpwstr>
  </property>
  <property fmtid="{D5CDD505-2E9C-101B-9397-08002B2CF9AE}" pid="7" name="MSIP_Label_e6c818a6-e1a0-4a6e-a969-20d857c5dc62_ActionId">
    <vt:lpwstr>4f61f86f-a5bc-4203-9faf-94034567b896</vt:lpwstr>
  </property>
  <property fmtid="{D5CDD505-2E9C-101B-9397-08002B2CF9AE}" pid="8" name="MSIP_Label_e6c818a6-e1a0-4a6e-a969-20d857c5dc62_ContentBits">
    <vt:lpwstr>2</vt:lpwstr>
  </property>
</Properties>
</file>